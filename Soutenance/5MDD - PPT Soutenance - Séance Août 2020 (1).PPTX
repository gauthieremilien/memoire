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88" r:id="rId5"/>
    <p:sldId id="258" r:id="rId6"/>
    <p:sldId id="287" r:id="rId7"/>
    <p:sldId id="289" r:id="rId8"/>
    <p:sldId id="291" r:id="rId9"/>
    <p:sldId id="292" r:id="rId10"/>
    <p:sldId id="282" r:id="rId11"/>
    <p:sldId id="293" r:id="rId12"/>
    <p:sldId id="294" r:id="rId13"/>
    <p:sldId id="357" r:id="rId14"/>
    <p:sldId id="296" r:id="rId15"/>
    <p:sldId id="356" r:id="rId16"/>
    <p:sldId id="313" r:id="rId17"/>
    <p:sldId id="299" r:id="rId18"/>
    <p:sldId id="319" r:id="rId19"/>
    <p:sldId id="320" r:id="rId20"/>
    <p:sldId id="321" r:id="rId21"/>
    <p:sldId id="358" r:id="rId22"/>
    <p:sldId id="359" r:id="rId23"/>
    <p:sldId id="315" r:id="rId24"/>
    <p:sldId id="322" r:id="rId25"/>
    <p:sldId id="323" r:id="rId26"/>
    <p:sldId id="360" r:id="rId27"/>
    <p:sldId id="326" r:id="rId28"/>
    <p:sldId id="327" r:id="rId29"/>
    <p:sldId id="328" r:id="rId30"/>
    <p:sldId id="329" r:id="rId31"/>
    <p:sldId id="330" r:id="rId32"/>
    <p:sldId id="331" r:id="rId33"/>
    <p:sldId id="332" r:id="rId34"/>
    <p:sldId id="355" r:id="rId35"/>
    <p:sldId id="338" r:id="rId36"/>
    <p:sldId id="339" r:id="rId37"/>
    <p:sldId id="340" r:id="rId38"/>
    <p:sldId id="341" r:id="rId39"/>
    <p:sldId id="342" r:id="rId40"/>
    <p:sldId id="343" r:id="rId41"/>
    <p:sldId id="347" r:id="rId42"/>
    <p:sldId id="349" r:id="rId43"/>
    <p:sldId id="350" r:id="rId44"/>
    <p:sldId id="285" r:id="rId4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ANNIC Séverine" initials="JS" lastIdx="1" clrIdx="0">
    <p:extLst>
      <p:ext uri="{19B8F6BF-5375-455C-9EA6-DF929625EA0E}">
        <p15:presenceInfo xmlns:p15="http://schemas.microsoft.com/office/powerpoint/2012/main" userId="JOANNIC Séverin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4767"/>
    <a:srgbClr val="042956"/>
    <a:srgbClr val="C8B8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7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0.png"/><Relationship Id="rId4" Type="http://schemas.microsoft.com/office/2007/relationships/hdphoto" Target="../media/hdphoto1.wdp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5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7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ight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5" descr="Résultat de recherche d'images pour &quot;supinfo&quot;">
            <a:extLst>
              <a:ext uri="{FF2B5EF4-FFF2-40B4-BE49-F238E27FC236}">
                <a16:creationId xmlns:a16="http://schemas.microsoft.com/office/drawing/2014/main" id="{89A73614-6DA6-4B69-B168-71262490AE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637" y="0"/>
            <a:ext cx="4003200" cy="1989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B1C8FC9-8BA4-40CF-A1C5-C848CA28A6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7292" y="2383111"/>
            <a:ext cx="9758570" cy="1325563"/>
          </a:xfrm>
        </p:spPr>
        <p:txBody>
          <a:bodyPr>
            <a:normAutofit/>
          </a:bodyPr>
          <a:lstStyle>
            <a:lvl1pPr>
              <a:defRPr lang="fr-FR" sz="6600" b="0" i="0" kern="1200" dirty="0">
                <a:solidFill>
                  <a:srgbClr val="374767"/>
                </a:solidFill>
                <a:effectLst/>
                <a:latin typeface="+mj-lt"/>
                <a:ea typeface="Microsoft YaHei UI" panose="020B0503020204020204" pitchFamily="34" charset="-122"/>
                <a:cs typeface="+mj-cs"/>
              </a:defRPr>
            </a:lvl1pPr>
          </a:lstStyle>
          <a:p>
            <a:r>
              <a:rPr lang="fr-FR" dirty="0"/>
              <a:t>Titre du PowerPoint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D70836F9-51B2-40EB-B4F9-849417560DC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7292" y="3955183"/>
            <a:ext cx="5621534" cy="405109"/>
          </a:xfrm>
          <a:prstGeom prst="rect">
            <a:avLst/>
          </a:prstGeom>
        </p:spPr>
        <p:txBody>
          <a:bodyPr/>
          <a:lstStyle>
            <a:lvl1pPr marL="0" indent="0">
              <a:defRPr lang="fr-FR" sz="2800" b="0" kern="1200" dirty="0">
                <a:solidFill>
                  <a:schemeClr val="tx1"/>
                </a:solidFill>
                <a:latin typeface="+mj-lt"/>
                <a:ea typeface="Microsoft JhengHei UI Light" panose="020B0304030504040204" pitchFamily="34" charset="-120"/>
                <a:cs typeface="+mn-cs"/>
              </a:defRPr>
            </a:lvl1pPr>
          </a:lstStyle>
          <a:p>
            <a:pPr lvl="0"/>
            <a:r>
              <a:rPr lang="fr-FR" dirty="0"/>
              <a:t>Titre du cours</a:t>
            </a:r>
          </a:p>
        </p:txBody>
      </p:sp>
      <p:pic>
        <p:nvPicPr>
          <p:cNvPr id="7" name="Picture 25" descr="Résultat de recherche d'images pour &quot;supinfo&quot;">
            <a:extLst>
              <a:ext uri="{FF2B5EF4-FFF2-40B4-BE49-F238E27FC236}">
                <a16:creationId xmlns:a16="http://schemas.microsoft.com/office/drawing/2014/main" id="{57A5F696-1618-457B-98B1-9EFDCC0150C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637" y="0"/>
            <a:ext cx="4003200" cy="1989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9" descr="Image associée">
            <a:extLst>
              <a:ext uri="{FF2B5EF4-FFF2-40B4-BE49-F238E27FC236}">
                <a16:creationId xmlns:a16="http://schemas.microsoft.com/office/drawing/2014/main" id="{DCCAFF90-CACB-4CE9-95CA-CC51E5107E8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344" y="388545"/>
            <a:ext cx="3505756" cy="1115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2320E4E3-5A67-4AC4-A0AF-35D3F040557D}"/>
              </a:ext>
            </a:extLst>
          </p:cNvPr>
          <p:cNvSpPr txBox="1"/>
          <p:nvPr userDrawn="1"/>
        </p:nvSpPr>
        <p:spPr>
          <a:xfrm>
            <a:off x="297292" y="5819728"/>
            <a:ext cx="2763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b="0" kern="1200" dirty="0">
                <a:solidFill>
                  <a:schemeClr val="tx1"/>
                </a:solidFill>
                <a:latin typeface="+mj-lt"/>
                <a:ea typeface="Microsoft JhengHei UI Light" panose="020B0304030504040204" pitchFamily="34" charset="-120"/>
                <a:cs typeface="+mn-cs"/>
              </a:rPr>
              <a:t>SUPINFO Official Document</a:t>
            </a:r>
          </a:p>
        </p:txBody>
      </p:sp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078B61AA-35EF-47C4-A975-1E5C751C88F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89377" y="3845910"/>
            <a:ext cx="3181350" cy="2343150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7754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Dark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5">
            <a:extLst>
              <a:ext uri="{FF2B5EF4-FFF2-40B4-BE49-F238E27FC236}">
                <a16:creationId xmlns:a16="http://schemas.microsoft.com/office/drawing/2014/main" id="{32C83E78-EA9B-4888-AF6D-C983BBF6CCFE}"/>
              </a:ext>
            </a:extLst>
          </p:cNvPr>
          <p:cNvSpPr/>
          <p:nvPr userDrawn="1"/>
        </p:nvSpPr>
        <p:spPr>
          <a:xfrm rot="20463607">
            <a:off x="6294321" y="-1338222"/>
            <a:ext cx="6751597" cy="8813460"/>
          </a:xfrm>
          <a:custGeom>
            <a:avLst/>
            <a:gdLst>
              <a:gd name="connsiteX0" fmla="*/ 0 w 7420099"/>
              <a:gd name="connsiteY0" fmla="*/ 0 h 9454600"/>
              <a:gd name="connsiteX1" fmla="*/ 7420099 w 7420099"/>
              <a:gd name="connsiteY1" fmla="*/ 0 h 9454600"/>
              <a:gd name="connsiteX2" fmla="*/ 7420099 w 7420099"/>
              <a:gd name="connsiteY2" fmla="*/ 9454600 h 9454600"/>
              <a:gd name="connsiteX3" fmla="*/ 0 w 7420099"/>
              <a:gd name="connsiteY3" fmla="*/ 9454600 h 9454600"/>
              <a:gd name="connsiteX4" fmla="*/ 0 w 7420099"/>
              <a:gd name="connsiteY4" fmla="*/ 0 h 9454600"/>
              <a:gd name="connsiteX0" fmla="*/ 0 w 7624143"/>
              <a:gd name="connsiteY0" fmla="*/ 594614 h 9454600"/>
              <a:gd name="connsiteX1" fmla="*/ 7624143 w 7624143"/>
              <a:gd name="connsiteY1" fmla="*/ 0 h 9454600"/>
              <a:gd name="connsiteX2" fmla="*/ 7624143 w 7624143"/>
              <a:gd name="connsiteY2" fmla="*/ 9454600 h 9454600"/>
              <a:gd name="connsiteX3" fmla="*/ 204044 w 7624143"/>
              <a:gd name="connsiteY3" fmla="*/ 9454600 h 9454600"/>
              <a:gd name="connsiteX4" fmla="*/ 0 w 7624143"/>
              <a:gd name="connsiteY4" fmla="*/ 594614 h 9454600"/>
              <a:gd name="connsiteX0" fmla="*/ 0 w 7609091"/>
              <a:gd name="connsiteY0" fmla="*/ 527274 h 9454600"/>
              <a:gd name="connsiteX1" fmla="*/ 7609091 w 7609091"/>
              <a:gd name="connsiteY1" fmla="*/ 0 h 9454600"/>
              <a:gd name="connsiteX2" fmla="*/ 7609091 w 7609091"/>
              <a:gd name="connsiteY2" fmla="*/ 9454600 h 9454600"/>
              <a:gd name="connsiteX3" fmla="*/ 188992 w 7609091"/>
              <a:gd name="connsiteY3" fmla="*/ 9454600 h 9454600"/>
              <a:gd name="connsiteX4" fmla="*/ 0 w 7609091"/>
              <a:gd name="connsiteY4" fmla="*/ 527274 h 9454600"/>
              <a:gd name="connsiteX0" fmla="*/ 0 w 7609091"/>
              <a:gd name="connsiteY0" fmla="*/ 0 h 8927326"/>
              <a:gd name="connsiteX1" fmla="*/ 7458540 w 7609091"/>
              <a:gd name="connsiteY1" fmla="*/ 2200440 h 8927326"/>
              <a:gd name="connsiteX2" fmla="*/ 7609091 w 7609091"/>
              <a:gd name="connsiteY2" fmla="*/ 8927326 h 8927326"/>
              <a:gd name="connsiteX3" fmla="*/ 188992 w 7609091"/>
              <a:gd name="connsiteY3" fmla="*/ 8927326 h 8927326"/>
              <a:gd name="connsiteX4" fmla="*/ 0 w 7609091"/>
              <a:gd name="connsiteY4" fmla="*/ 0 h 8927326"/>
              <a:gd name="connsiteX0" fmla="*/ 0 w 7609091"/>
              <a:gd name="connsiteY0" fmla="*/ 0 h 8927326"/>
              <a:gd name="connsiteX1" fmla="*/ 7311206 w 7609091"/>
              <a:gd name="connsiteY1" fmla="*/ 2512409 h 8927326"/>
              <a:gd name="connsiteX2" fmla="*/ 7609091 w 7609091"/>
              <a:gd name="connsiteY2" fmla="*/ 8927326 h 8927326"/>
              <a:gd name="connsiteX3" fmla="*/ 188992 w 7609091"/>
              <a:gd name="connsiteY3" fmla="*/ 8927326 h 8927326"/>
              <a:gd name="connsiteX4" fmla="*/ 0 w 7609091"/>
              <a:gd name="connsiteY4" fmla="*/ 0 h 8927326"/>
              <a:gd name="connsiteX0" fmla="*/ 0 w 7609091"/>
              <a:gd name="connsiteY0" fmla="*/ 0 h 8927326"/>
              <a:gd name="connsiteX1" fmla="*/ 6738378 w 7609091"/>
              <a:gd name="connsiteY1" fmla="*/ 2342695 h 8927326"/>
              <a:gd name="connsiteX2" fmla="*/ 7609091 w 7609091"/>
              <a:gd name="connsiteY2" fmla="*/ 8927326 h 8927326"/>
              <a:gd name="connsiteX3" fmla="*/ 188992 w 7609091"/>
              <a:gd name="connsiteY3" fmla="*/ 8927326 h 8927326"/>
              <a:gd name="connsiteX4" fmla="*/ 0 w 7609091"/>
              <a:gd name="connsiteY4" fmla="*/ 0 h 8927326"/>
              <a:gd name="connsiteX0" fmla="*/ 0 w 7609091"/>
              <a:gd name="connsiteY0" fmla="*/ 0 h 8927326"/>
              <a:gd name="connsiteX1" fmla="*/ 6735818 w 7609091"/>
              <a:gd name="connsiteY1" fmla="*/ 2291465 h 8927326"/>
              <a:gd name="connsiteX2" fmla="*/ 7609091 w 7609091"/>
              <a:gd name="connsiteY2" fmla="*/ 8927326 h 8927326"/>
              <a:gd name="connsiteX3" fmla="*/ 188992 w 7609091"/>
              <a:gd name="connsiteY3" fmla="*/ 8927326 h 8927326"/>
              <a:gd name="connsiteX4" fmla="*/ 0 w 7609091"/>
              <a:gd name="connsiteY4" fmla="*/ 0 h 8927326"/>
              <a:gd name="connsiteX0" fmla="*/ 0 w 7620926"/>
              <a:gd name="connsiteY0" fmla="*/ 0 h 8951528"/>
              <a:gd name="connsiteX1" fmla="*/ 6747653 w 7620926"/>
              <a:gd name="connsiteY1" fmla="*/ 2315667 h 8951528"/>
              <a:gd name="connsiteX2" fmla="*/ 7620926 w 7620926"/>
              <a:gd name="connsiteY2" fmla="*/ 8951528 h 8951528"/>
              <a:gd name="connsiteX3" fmla="*/ 200827 w 7620926"/>
              <a:gd name="connsiteY3" fmla="*/ 8951528 h 8951528"/>
              <a:gd name="connsiteX4" fmla="*/ 0 w 7620926"/>
              <a:gd name="connsiteY4" fmla="*/ 0 h 8951528"/>
              <a:gd name="connsiteX0" fmla="*/ 0 w 7620926"/>
              <a:gd name="connsiteY0" fmla="*/ 0 h 8951528"/>
              <a:gd name="connsiteX1" fmla="*/ 6674870 w 7620926"/>
              <a:gd name="connsiteY1" fmla="*/ 2371252 h 8951528"/>
              <a:gd name="connsiteX2" fmla="*/ 7620926 w 7620926"/>
              <a:gd name="connsiteY2" fmla="*/ 8951528 h 8951528"/>
              <a:gd name="connsiteX3" fmla="*/ 200827 w 7620926"/>
              <a:gd name="connsiteY3" fmla="*/ 8951528 h 8951528"/>
              <a:gd name="connsiteX4" fmla="*/ 0 w 7620926"/>
              <a:gd name="connsiteY4" fmla="*/ 0 h 8951528"/>
              <a:gd name="connsiteX0" fmla="*/ 0 w 7620926"/>
              <a:gd name="connsiteY0" fmla="*/ 0 h 8951528"/>
              <a:gd name="connsiteX1" fmla="*/ 6789696 w 7620926"/>
              <a:gd name="connsiteY1" fmla="*/ 2330093 h 8951528"/>
              <a:gd name="connsiteX2" fmla="*/ 7620926 w 7620926"/>
              <a:gd name="connsiteY2" fmla="*/ 8951528 h 8951528"/>
              <a:gd name="connsiteX3" fmla="*/ 200827 w 7620926"/>
              <a:gd name="connsiteY3" fmla="*/ 8951528 h 8951528"/>
              <a:gd name="connsiteX4" fmla="*/ 0 w 7620926"/>
              <a:gd name="connsiteY4" fmla="*/ 0 h 8951528"/>
              <a:gd name="connsiteX0" fmla="*/ 0 w 7620926"/>
              <a:gd name="connsiteY0" fmla="*/ 0 h 8951528"/>
              <a:gd name="connsiteX1" fmla="*/ 6681584 w 7620926"/>
              <a:gd name="connsiteY1" fmla="*/ 2292994 h 8951528"/>
              <a:gd name="connsiteX2" fmla="*/ 7620926 w 7620926"/>
              <a:gd name="connsiteY2" fmla="*/ 8951528 h 8951528"/>
              <a:gd name="connsiteX3" fmla="*/ 200827 w 7620926"/>
              <a:gd name="connsiteY3" fmla="*/ 8951528 h 8951528"/>
              <a:gd name="connsiteX4" fmla="*/ 0 w 7620926"/>
              <a:gd name="connsiteY4" fmla="*/ 0 h 8951528"/>
              <a:gd name="connsiteX0" fmla="*/ 0 w 7620926"/>
              <a:gd name="connsiteY0" fmla="*/ 0 h 8951528"/>
              <a:gd name="connsiteX1" fmla="*/ 6751597 w 7620926"/>
              <a:gd name="connsiteY1" fmla="*/ 2323732 h 8951528"/>
              <a:gd name="connsiteX2" fmla="*/ 7620926 w 7620926"/>
              <a:gd name="connsiteY2" fmla="*/ 8951528 h 8951528"/>
              <a:gd name="connsiteX3" fmla="*/ 200827 w 7620926"/>
              <a:gd name="connsiteY3" fmla="*/ 8951528 h 8951528"/>
              <a:gd name="connsiteX4" fmla="*/ 0 w 7620926"/>
              <a:gd name="connsiteY4" fmla="*/ 0 h 8951528"/>
              <a:gd name="connsiteX0" fmla="*/ 0 w 7620926"/>
              <a:gd name="connsiteY0" fmla="*/ 0 h 8951528"/>
              <a:gd name="connsiteX1" fmla="*/ 6751597 w 7620926"/>
              <a:gd name="connsiteY1" fmla="*/ 2323732 h 8951528"/>
              <a:gd name="connsiteX2" fmla="*/ 7620926 w 7620926"/>
              <a:gd name="connsiteY2" fmla="*/ 8951528 h 8951528"/>
              <a:gd name="connsiteX3" fmla="*/ 596693 w 7620926"/>
              <a:gd name="connsiteY3" fmla="*/ 7261308 h 8951528"/>
              <a:gd name="connsiteX4" fmla="*/ 0 w 7620926"/>
              <a:gd name="connsiteY4" fmla="*/ 0 h 8951528"/>
              <a:gd name="connsiteX0" fmla="*/ 0 w 6751597"/>
              <a:gd name="connsiteY0" fmla="*/ 0 h 8800063"/>
              <a:gd name="connsiteX1" fmla="*/ 6751597 w 6751597"/>
              <a:gd name="connsiteY1" fmla="*/ 2323732 h 8800063"/>
              <a:gd name="connsiteX2" fmla="*/ 4496472 w 6751597"/>
              <a:gd name="connsiteY2" fmla="*/ 8800063 h 8800063"/>
              <a:gd name="connsiteX3" fmla="*/ 596693 w 6751597"/>
              <a:gd name="connsiteY3" fmla="*/ 7261308 h 8800063"/>
              <a:gd name="connsiteX4" fmla="*/ 0 w 6751597"/>
              <a:gd name="connsiteY4" fmla="*/ 0 h 8800063"/>
              <a:gd name="connsiteX0" fmla="*/ 0 w 6751597"/>
              <a:gd name="connsiteY0" fmla="*/ 0 h 8813460"/>
              <a:gd name="connsiteX1" fmla="*/ 6751597 w 6751597"/>
              <a:gd name="connsiteY1" fmla="*/ 2323732 h 8813460"/>
              <a:gd name="connsiteX2" fmla="*/ 4535513 w 6751597"/>
              <a:gd name="connsiteY2" fmla="*/ 8813460 h 8813460"/>
              <a:gd name="connsiteX3" fmla="*/ 596693 w 6751597"/>
              <a:gd name="connsiteY3" fmla="*/ 7261308 h 8813460"/>
              <a:gd name="connsiteX4" fmla="*/ 0 w 6751597"/>
              <a:gd name="connsiteY4" fmla="*/ 0 h 8813460"/>
              <a:gd name="connsiteX0" fmla="*/ 0 w 6751597"/>
              <a:gd name="connsiteY0" fmla="*/ 0 h 8813460"/>
              <a:gd name="connsiteX1" fmla="*/ 6751597 w 6751597"/>
              <a:gd name="connsiteY1" fmla="*/ 2323732 h 8813460"/>
              <a:gd name="connsiteX2" fmla="*/ 4535513 w 6751597"/>
              <a:gd name="connsiteY2" fmla="*/ 8813460 h 8813460"/>
              <a:gd name="connsiteX3" fmla="*/ 537864 w 6751597"/>
              <a:gd name="connsiteY3" fmla="*/ 7442525 h 8813460"/>
              <a:gd name="connsiteX4" fmla="*/ 0 w 6751597"/>
              <a:gd name="connsiteY4" fmla="*/ 0 h 8813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51597" h="8813460">
                <a:moveTo>
                  <a:pt x="0" y="0"/>
                </a:moveTo>
                <a:lnTo>
                  <a:pt x="6751597" y="2323732"/>
                </a:lnTo>
                <a:lnTo>
                  <a:pt x="4535513" y="8813460"/>
                </a:lnTo>
                <a:lnTo>
                  <a:pt x="537864" y="7442525"/>
                </a:lnTo>
                <a:lnTo>
                  <a:pt x="0" y="0"/>
                </a:lnTo>
                <a:close/>
              </a:path>
            </a:pathLst>
          </a:custGeom>
          <a:solidFill>
            <a:srgbClr val="3747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2E233AD4-1D23-4787-BAC5-00E8ECF9C3BD}"/>
              </a:ext>
            </a:extLst>
          </p:cNvPr>
          <p:cNvSpPr/>
          <p:nvPr userDrawn="1"/>
        </p:nvSpPr>
        <p:spPr>
          <a:xfrm rot="20463607">
            <a:off x="7325921" y="-1166884"/>
            <a:ext cx="5751564" cy="8479305"/>
          </a:xfrm>
          <a:custGeom>
            <a:avLst/>
            <a:gdLst>
              <a:gd name="connsiteX0" fmla="*/ 0 w 7420099"/>
              <a:gd name="connsiteY0" fmla="*/ 0 h 9454600"/>
              <a:gd name="connsiteX1" fmla="*/ 7420099 w 7420099"/>
              <a:gd name="connsiteY1" fmla="*/ 0 h 9454600"/>
              <a:gd name="connsiteX2" fmla="*/ 7420099 w 7420099"/>
              <a:gd name="connsiteY2" fmla="*/ 9454600 h 9454600"/>
              <a:gd name="connsiteX3" fmla="*/ 0 w 7420099"/>
              <a:gd name="connsiteY3" fmla="*/ 9454600 h 9454600"/>
              <a:gd name="connsiteX4" fmla="*/ 0 w 7420099"/>
              <a:gd name="connsiteY4" fmla="*/ 0 h 9454600"/>
              <a:gd name="connsiteX0" fmla="*/ 0 w 7624143"/>
              <a:gd name="connsiteY0" fmla="*/ 594614 h 9454600"/>
              <a:gd name="connsiteX1" fmla="*/ 7624143 w 7624143"/>
              <a:gd name="connsiteY1" fmla="*/ 0 h 9454600"/>
              <a:gd name="connsiteX2" fmla="*/ 7624143 w 7624143"/>
              <a:gd name="connsiteY2" fmla="*/ 9454600 h 9454600"/>
              <a:gd name="connsiteX3" fmla="*/ 204044 w 7624143"/>
              <a:gd name="connsiteY3" fmla="*/ 9454600 h 9454600"/>
              <a:gd name="connsiteX4" fmla="*/ 0 w 7624143"/>
              <a:gd name="connsiteY4" fmla="*/ 594614 h 9454600"/>
              <a:gd name="connsiteX0" fmla="*/ 0 w 7609091"/>
              <a:gd name="connsiteY0" fmla="*/ 527274 h 9454600"/>
              <a:gd name="connsiteX1" fmla="*/ 7609091 w 7609091"/>
              <a:gd name="connsiteY1" fmla="*/ 0 h 9454600"/>
              <a:gd name="connsiteX2" fmla="*/ 7609091 w 7609091"/>
              <a:gd name="connsiteY2" fmla="*/ 9454600 h 9454600"/>
              <a:gd name="connsiteX3" fmla="*/ 188992 w 7609091"/>
              <a:gd name="connsiteY3" fmla="*/ 9454600 h 9454600"/>
              <a:gd name="connsiteX4" fmla="*/ 0 w 7609091"/>
              <a:gd name="connsiteY4" fmla="*/ 527274 h 9454600"/>
              <a:gd name="connsiteX0" fmla="*/ 0 w 7609091"/>
              <a:gd name="connsiteY0" fmla="*/ 0 h 8927326"/>
              <a:gd name="connsiteX1" fmla="*/ 7458540 w 7609091"/>
              <a:gd name="connsiteY1" fmla="*/ 2200440 h 8927326"/>
              <a:gd name="connsiteX2" fmla="*/ 7609091 w 7609091"/>
              <a:gd name="connsiteY2" fmla="*/ 8927326 h 8927326"/>
              <a:gd name="connsiteX3" fmla="*/ 188992 w 7609091"/>
              <a:gd name="connsiteY3" fmla="*/ 8927326 h 8927326"/>
              <a:gd name="connsiteX4" fmla="*/ 0 w 7609091"/>
              <a:gd name="connsiteY4" fmla="*/ 0 h 8927326"/>
              <a:gd name="connsiteX0" fmla="*/ 0 w 7609091"/>
              <a:gd name="connsiteY0" fmla="*/ 0 h 8927326"/>
              <a:gd name="connsiteX1" fmla="*/ 7311206 w 7609091"/>
              <a:gd name="connsiteY1" fmla="*/ 2512409 h 8927326"/>
              <a:gd name="connsiteX2" fmla="*/ 7609091 w 7609091"/>
              <a:gd name="connsiteY2" fmla="*/ 8927326 h 8927326"/>
              <a:gd name="connsiteX3" fmla="*/ 188992 w 7609091"/>
              <a:gd name="connsiteY3" fmla="*/ 8927326 h 8927326"/>
              <a:gd name="connsiteX4" fmla="*/ 0 w 7609091"/>
              <a:gd name="connsiteY4" fmla="*/ 0 h 8927326"/>
              <a:gd name="connsiteX0" fmla="*/ 0 w 7609091"/>
              <a:gd name="connsiteY0" fmla="*/ 0 h 8927326"/>
              <a:gd name="connsiteX1" fmla="*/ 6738378 w 7609091"/>
              <a:gd name="connsiteY1" fmla="*/ 2342695 h 8927326"/>
              <a:gd name="connsiteX2" fmla="*/ 7609091 w 7609091"/>
              <a:gd name="connsiteY2" fmla="*/ 8927326 h 8927326"/>
              <a:gd name="connsiteX3" fmla="*/ 188992 w 7609091"/>
              <a:gd name="connsiteY3" fmla="*/ 8927326 h 8927326"/>
              <a:gd name="connsiteX4" fmla="*/ 0 w 7609091"/>
              <a:gd name="connsiteY4" fmla="*/ 0 h 8927326"/>
              <a:gd name="connsiteX0" fmla="*/ 0 w 7609091"/>
              <a:gd name="connsiteY0" fmla="*/ 0 h 8927326"/>
              <a:gd name="connsiteX1" fmla="*/ 6735818 w 7609091"/>
              <a:gd name="connsiteY1" fmla="*/ 2291465 h 8927326"/>
              <a:gd name="connsiteX2" fmla="*/ 7609091 w 7609091"/>
              <a:gd name="connsiteY2" fmla="*/ 8927326 h 8927326"/>
              <a:gd name="connsiteX3" fmla="*/ 188992 w 7609091"/>
              <a:gd name="connsiteY3" fmla="*/ 8927326 h 8927326"/>
              <a:gd name="connsiteX4" fmla="*/ 0 w 7609091"/>
              <a:gd name="connsiteY4" fmla="*/ 0 h 8927326"/>
              <a:gd name="connsiteX0" fmla="*/ 0 w 7620926"/>
              <a:gd name="connsiteY0" fmla="*/ 0 h 8951528"/>
              <a:gd name="connsiteX1" fmla="*/ 6747653 w 7620926"/>
              <a:gd name="connsiteY1" fmla="*/ 2315667 h 8951528"/>
              <a:gd name="connsiteX2" fmla="*/ 7620926 w 7620926"/>
              <a:gd name="connsiteY2" fmla="*/ 8951528 h 8951528"/>
              <a:gd name="connsiteX3" fmla="*/ 200827 w 7620926"/>
              <a:gd name="connsiteY3" fmla="*/ 8951528 h 8951528"/>
              <a:gd name="connsiteX4" fmla="*/ 0 w 7620926"/>
              <a:gd name="connsiteY4" fmla="*/ 0 h 8951528"/>
              <a:gd name="connsiteX0" fmla="*/ 0 w 7620926"/>
              <a:gd name="connsiteY0" fmla="*/ 0 h 8951528"/>
              <a:gd name="connsiteX1" fmla="*/ 6674870 w 7620926"/>
              <a:gd name="connsiteY1" fmla="*/ 2371252 h 8951528"/>
              <a:gd name="connsiteX2" fmla="*/ 7620926 w 7620926"/>
              <a:gd name="connsiteY2" fmla="*/ 8951528 h 8951528"/>
              <a:gd name="connsiteX3" fmla="*/ 200827 w 7620926"/>
              <a:gd name="connsiteY3" fmla="*/ 8951528 h 8951528"/>
              <a:gd name="connsiteX4" fmla="*/ 0 w 7620926"/>
              <a:gd name="connsiteY4" fmla="*/ 0 h 8951528"/>
              <a:gd name="connsiteX0" fmla="*/ 0 w 7620926"/>
              <a:gd name="connsiteY0" fmla="*/ 0 h 8951528"/>
              <a:gd name="connsiteX1" fmla="*/ 6789696 w 7620926"/>
              <a:gd name="connsiteY1" fmla="*/ 2330093 h 8951528"/>
              <a:gd name="connsiteX2" fmla="*/ 7620926 w 7620926"/>
              <a:gd name="connsiteY2" fmla="*/ 8951528 h 8951528"/>
              <a:gd name="connsiteX3" fmla="*/ 200827 w 7620926"/>
              <a:gd name="connsiteY3" fmla="*/ 8951528 h 8951528"/>
              <a:gd name="connsiteX4" fmla="*/ 0 w 7620926"/>
              <a:gd name="connsiteY4" fmla="*/ 0 h 8951528"/>
              <a:gd name="connsiteX0" fmla="*/ 0 w 7620926"/>
              <a:gd name="connsiteY0" fmla="*/ 0 h 8951528"/>
              <a:gd name="connsiteX1" fmla="*/ 6681584 w 7620926"/>
              <a:gd name="connsiteY1" fmla="*/ 2292994 h 8951528"/>
              <a:gd name="connsiteX2" fmla="*/ 7620926 w 7620926"/>
              <a:gd name="connsiteY2" fmla="*/ 8951528 h 8951528"/>
              <a:gd name="connsiteX3" fmla="*/ 200827 w 7620926"/>
              <a:gd name="connsiteY3" fmla="*/ 8951528 h 8951528"/>
              <a:gd name="connsiteX4" fmla="*/ 0 w 7620926"/>
              <a:gd name="connsiteY4" fmla="*/ 0 h 8951528"/>
              <a:gd name="connsiteX0" fmla="*/ 0 w 7620926"/>
              <a:gd name="connsiteY0" fmla="*/ 0 h 8951528"/>
              <a:gd name="connsiteX1" fmla="*/ 6751597 w 7620926"/>
              <a:gd name="connsiteY1" fmla="*/ 2323732 h 8951528"/>
              <a:gd name="connsiteX2" fmla="*/ 7620926 w 7620926"/>
              <a:gd name="connsiteY2" fmla="*/ 8951528 h 8951528"/>
              <a:gd name="connsiteX3" fmla="*/ 200827 w 7620926"/>
              <a:gd name="connsiteY3" fmla="*/ 8951528 h 8951528"/>
              <a:gd name="connsiteX4" fmla="*/ 0 w 7620926"/>
              <a:gd name="connsiteY4" fmla="*/ 0 h 8951528"/>
              <a:gd name="connsiteX0" fmla="*/ 0 w 7620926"/>
              <a:gd name="connsiteY0" fmla="*/ 0 h 8951528"/>
              <a:gd name="connsiteX1" fmla="*/ 6751597 w 7620926"/>
              <a:gd name="connsiteY1" fmla="*/ 2323732 h 8951528"/>
              <a:gd name="connsiteX2" fmla="*/ 7620926 w 7620926"/>
              <a:gd name="connsiteY2" fmla="*/ 8951528 h 8951528"/>
              <a:gd name="connsiteX3" fmla="*/ 596693 w 7620926"/>
              <a:gd name="connsiteY3" fmla="*/ 7261308 h 8951528"/>
              <a:gd name="connsiteX4" fmla="*/ 0 w 7620926"/>
              <a:gd name="connsiteY4" fmla="*/ 0 h 8951528"/>
              <a:gd name="connsiteX0" fmla="*/ 0 w 6751597"/>
              <a:gd name="connsiteY0" fmla="*/ 0 h 8800063"/>
              <a:gd name="connsiteX1" fmla="*/ 6751597 w 6751597"/>
              <a:gd name="connsiteY1" fmla="*/ 2323732 h 8800063"/>
              <a:gd name="connsiteX2" fmla="*/ 4496472 w 6751597"/>
              <a:gd name="connsiteY2" fmla="*/ 8800063 h 8800063"/>
              <a:gd name="connsiteX3" fmla="*/ 596693 w 6751597"/>
              <a:gd name="connsiteY3" fmla="*/ 7261308 h 8800063"/>
              <a:gd name="connsiteX4" fmla="*/ 0 w 6751597"/>
              <a:gd name="connsiteY4" fmla="*/ 0 h 8800063"/>
              <a:gd name="connsiteX0" fmla="*/ 0 w 6751597"/>
              <a:gd name="connsiteY0" fmla="*/ 0 h 8813460"/>
              <a:gd name="connsiteX1" fmla="*/ 6751597 w 6751597"/>
              <a:gd name="connsiteY1" fmla="*/ 2323732 h 8813460"/>
              <a:gd name="connsiteX2" fmla="*/ 4535513 w 6751597"/>
              <a:gd name="connsiteY2" fmla="*/ 8813460 h 8813460"/>
              <a:gd name="connsiteX3" fmla="*/ 596693 w 6751597"/>
              <a:gd name="connsiteY3" fmla="*/ 7261308 h 8813460"/>
              <a:gd name="connsiteX4" fmla="*/ 0 w 6751597"/>
              <a:gd name="connsiteY4" fmla="*/ 0 h 8813460"/>
              <a:gd name="connsiteX0" fmla="*/ 0 w 6751597"/>
              <a:gd name="connsiteY0" fmla="*/ 0 h 8813460"/>
              <a:gd name="connsiteX1" fmla="*/ 6751597 w 6751597"/>
              <a:gd name="connsiteY1" fmla="*/ 2323732 h 8813460"/>
              <a:gd name="connsiteX2" fmla="*/ 4535513 w 6751597"/>
              <a:gd name="connsiteY2" fmla="*/ 8813460 h 8813460"/>
              <a:gd name="connsiteX3" fmla="*/ 537864 w 6751597"/>
              <a:gd name="connsiteY3" fmla="*/ 7442525 h 8813460"/>
              <a:gd name="connsiteX4" fmla="*/ 0 w 6751597"/>
              <a:gd name="connsiteY4" fmla="*/ 0 h 8813460"/>
              <a:gd name="connsiteX0" fmla="*/ 0 w 6751597"/>
              <a:gd name="connsiteY0" fmla="*/ 0 h 8276852"/>
              <a:gd name="connsiteX1" fmla="*/ 6751597 w 6751597"/>
              <a:gd name="connsiteY1" fmla="*/ 2323732 h 8276852"/>
              <a:gd name="connsiteX2" fmla="*/ 3118490 w 6751597"/>
              <a:gd name="connsiteY2" fmla="*/ 8276852 h 8276852"/>
              <a:gd name="connsiteX3" fmla="*/ 537864 w 6751597"/>
              <a:gd name="connsiteY3" fmla="*/ 7442525 h 8276852"/>
              <a:gd name="connsiteX4" fmla="*/ 0 w 6751597"/>
              <a:gd name="connsiteY4" fmla="*/ 0 h 8276852"/>
              <a:gd name="connsiteX0" fmla="*/ 0 w 6751597"/>
              <a:gd name="connsiteY0" fmla="*/ 0 h 8455369"/>
              <a:gd name="connsiteX1" fmla="*/ 6751597 w 6751597"/>
              <a:gd name="connsiteY1" fmla="*/ 2323732 h 8455369"/>
              <a:gd name="connsiteX2" fmla="*/ 3550672 w 6751597"/>
              <a:gd name="connsiteY2" fmla="*/ 8455369 h 8455369"/>
              <a:gd name="connsiteX3" fmla="*/ 537864 w 6751597"/>
              <a:gd name="connsiteY3" fmla="*/ 7442525 h 8455369"/>
              <a:gd name="connsiteX4" fmla="*/ 0 w 6751597"/>
              <a:gd name="connsiteY4" fmla="*/ 0 h 8455369"/>
              <a:gd name="connsiteX0" fmla="*/ 0 w 6751597"/>
              <a:gd name="connsiteY0" fmla="*/ 0 h 8479305"/>
              <a:gd name="connsiteX1" fmla="*/ 6751597 w 6751597"/>
              <a:gd name="connsiteY1" fmla="*/ 2323732 h 8479305"/>
              <a:gd name="connsiteX2" fmla="*/ 3532388 w 6751597"/>
              <a:gd name="connsiteY2" fmla="*/ 8479305 h 8479305"/>
              <a:gd name="connsiteX3" fmla="*/ 537864 w 6751597"/>
              <a:gd name="connsiteY3" fmla="*/ 7442525 h 8479305"/>
              <a:gd name="connsiteX4" fmla="*/ 0 w 6751597"/>
              <a:gd name="connsiteY4" fmla="*/ 0 h 8479305"/>
              <a:gd name="connsiteX0" fmla="*/ 0 w 5580387"/>
              <a:gd name="connsiteY0" fmla="*/ 0 h 8479305"/>
              <a:gd name="connsiteX1" fmla="*/ 5580387 w 5580387"/>
              <a:gd name="connsiteY1" fmla="*/ 1921825 h 8479305"/>
              <a:gd name="connsiteX2" fmla="*/ 3532388 w 5580387"/>
              <a:gd name="connsiteY2" fmla="*/ 8479305 h 8479305"/>
              <a:gd name="connsiteX3" fmla="*/ 537864 w 5580387"/>
              <a:gd name="connsiteY3" fmla="*/ 7442525 h 8479305"/>
              <a:gd name="connsiteX4" fmla="*/ 0 w 5580387"/>
              <a:gd name="connsiteY4" fmla="*/ 0 h 8479305"/>
              <a:gd name="connsiteX0" fmla="*/ 0 w 5751564"/>
              <a:gd name="connsiteY0" fmla="*/ 0 h 8479305"/>
              <a:gd name="connsiteX1" fmla="*/ 5751564 w 5751564"/>
              <a:gd name="connsiteY1" fmla="*/ 1980565 h 8479305"/>
              <a:gd name="connsiteX2" fmla="*/ 3532388 w 5751564"/>
              <a:gd name="connsiteY2" fmla="*/ 8479305 h 8479305"/>
              <a:gd name="connsiteX3" fmla="*/ 537864 w 5751564"/>
              <a:gd name="connsiteY3" fmla="*/ 7442525 h 8479305"/>
              <a:gd name="connsiteX4" fmla="*/ 0 w 5751564"/>
              <a:gd name="connsiteY4" fmla="*/ 0 h 8479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51564" h="8479305">
                <a:moveTo>
                  <a:pt x="0" y="0"/>
                </a:moveTo>
                <a:lnTo>
                  <a:pt x="5751564" y="1980565"/>
                </a:lnTo>
                <a:lnTo>
                  <a:pt x="3532388" y="8479305"/>
                </a:lnTo>
                <a:lnTo>
                  <a:pt x="537864" y="7442525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Picture 25" descr="Résultat de recherche d'images pour &quot;supinfo&quot;">
            <a:extLst>
              <a:ext uri="{FF2B5EF4-FFF2-40B4-BE49-F238E27FC236}">
                <a16:creationId xmlns:a16="http://schemas.microsoft.com/office/drawing/2014/main" id="{89A73614-6DA6-4B69-B168-71262490AE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637" y="0"/>
            <a:ext cx="4003200" cy="1989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B1C8FC9-8BA4-40CF-A1C5-C848CA28A6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7292" y="2057400"/>
            <a:ext cx="5808235" cy="3042239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6600" b="0" i="0" kern="1200" dirty="0">
                <a:solidFill>
                  <a:schemeClr val="tx1"/>
                </a:solidFill>
                <a:effectLst/>
                <a:latin typeface="+mj-lt"/>
                <a:ea typeface="Microsoft YaHei UI" panose="020B0503020204020204" pitchFamily="34" charset="-122"/>
                <a:cs typeface="+mj-cs"/>
              </a:defRPr>
            </a:lvl1pPr>
          </a:lstStyle>
          <a:p>
            <a:r>
              <a:rPr lang="fr-FR" dirty="0"/>
              <a:t>Titre du PowerPoint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D70836F9-51B2-40EB-B4F9-849417560DC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7292" y="5266654"/>
            <a:ext cx="6789308" cy="405109"/>
          </a:xfrm>
          <a:prstGeom prst="rect">
            <a:avLst/>
          </a:prstGeom>
        </p:spPr>
        <p:txBody>
          <a:bodyPr/>
          <a:lstStyle>
            <a:lvl1pPr marL="0" indent="0">
              <a:defRPr lang="fr-FR" sz="2800" b="0" kern="1200" dirty="0">
                <a:solidFill>
                  <a:schemeClr val="tx1"/>
                </a:solidFill>
                <a:latin typeface="+mj-lt"/>
                <a:ea typeface="Microsoft JhengHei UI Light" panose="020B0304030504040204" pitchFamily="34" charset="-120"/>
                <a:cs typeface="+mn-cs"/>
              </a:defRPr>
            </a:lvl1pPr>
          </a:lstStyle>
          <a:p>
            <a:pPr lvl="0"/>
            <a:r>
              <a:rPr lang="fr-FR" dirty="0"/>
              <a:t>Titre du cours</a:t>
            </a:r>
          </a:p>
        </p:txBody>
      </p:sp>
      <p:pic>
        <p:nvPicPr>
          <p:cNvPr id="7" name="Picture 25" descr="Résultat de recherche d'images pour &quot;supinfo&quot;">
            <a:extLst>
              <a:ext uri="{FF2B5EF4-FFF2-40B4-BE49-F238E27FC236}">
                <a16:creationId xmlns:a16="http://schemas.microsoft.com/office/drawing/2014/main" id="{57A5F696-1618-457B-98B1-9EFDCC0150C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637" y="0"/>
            <a:ext cx="4003200" cy="1989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2320E4E3-5A67-4AC4-A0AF-35D3F040557D}"/>
              </a:ext>
            </a:extLst>
          </p:cNvPr>
          <p:cNvSpPr txBox="1"/>
          <p:nvPr userDrawn="1"/>
        </p:nvSpPr>
        <p:spPr>
          <a:xfrm>
            <a:off x="297292" y="5787978"/>
            <a:ext cx="2763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b="0" kern="1200" dirty="0">
                <a:solidFill>
                  <a:schemeClr val="tx1"/>
                </a:solidFill>
                <a:latin typeface="+mj-lt"/>
                <a:ea typeface="Microsoft JhengHei UI Light" panose="020B0304030504040204" pitchFamily="34" charset="-120"/>
                <a:cs typeface="+mn-cs"/>
              </a:rPr>
              <a:t>SUPINFO Official Document</a:t>
            </a:r>
          </a:p>
        </p:txBody>
      </p:sp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078B61AA-35EF-47C4-A975-1E5C751C88F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975600" y="2361870"/>
            <a:ext cx="3561827" cy="2686379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5B5F40B7-1B8A-4EBF-9A07-3029BA34429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4148" y="388340"/>
            <a:ext cx="3506400" cy="1116204"/>
          </a:xfrm>
          <a:prstGeom prst="rect">
            <a:avLst/>
          </a:prstGeom>
        </p:spPr>
      </p:pic>
      <p:sp>
        <p:nvSpPr>
          <p:cNvPr id="12" name="Organigramme : Procédé 11">
            <a:extLst>
              <a:ext uri="{FF2B5EF4-FFF2-40B4-BE49-F238E27FC236}">
                <a16:creationId xmlns:a16="http://schemas.microsoft.com/office/drawing/2014/main" id="{04059198-63DE-4F83-9EAC-7648EF6F3FC2}"/>
              </a:ext>
            </a:extLst>
          </p:cNvPr>
          <p:cNvSpPr/>
          <p:nvPr userDrawn="1"/>
        </p:nvSpPr>
        <p:spPr>
          <a:xfrm>
            <a:off x="0" y="-1"/>
            <a:ext cx="134178" cy="6858001"/>
          </a:xfrm>
          <a:prstGeom prst="flowChartProces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5" name="Picture 2" descr="Résultat de recherche d'images pour &quot;supinfo&quot;">
            <a:extLst>
              <a:ext uri="{FF2B5EF4-FFF2-40B4-BE49-F238E27FC236}">
                <a16:creationId xmlns:a16="http://schemas.microsoft.com/office/drawing/2014/main" id="{C80B6BF3-7158-484A-A7CD-12476A9F2C5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1055" y="6184763"/>
            <a:ext cx="1639957" cy="655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01559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ection_Light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5" descr="Résultat de recherche d'images pour &quot;supinfo&quot;">
            <a:extLst>
              <a:ext uri="{FF2B5EF4-FFF2-40B4-BE49-F238E27FC236}">
                <a16:creationId xmlns:a16="http://schemas.microsoft.com/office/drawing/2014/main" id="{89A73614-6DA6-4B69-B168-71262490AE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637" y="0"/>
            <a:ext cx="4003200" cy="1989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B1C8FC9-8BA4-40CF-A1C5-C848CA28A6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7292" y="2383112"/>
            <a:ext cx="9758570" cy="1247462"/>
          </a:xfrm>
        </p:spPr>
        <p:txBody>
          <a:bodyPr>
            <a:normAutofit/>
          </a:bodyPr>
          <a:lstStyle>
            <a:lvl1pPr>
              <a:defRPr lang="fr-FR" sz="6600" b="0" i="0" kern="1200" dirty="0">
                <a:solidFill>
                  <a:srgbClr val="374767"/>
                </a:solidFill>
                <a:effectLst/>
                <a:latin typeface="+mj-lt"/>
                <a:ea typeface="Microsoft YaHei UI" panose="020B0503020204020204" pitchFamily="34" charset="-122"/>
                <a:cs typeface="+mj-cs"/>
              </a:defRPr>
            </a:lvl1pPr>
          </a:lstStyle>
          <a:p>
            <a:r>
              <a:rPr lang="fr-FR" dirty="0"/>
              <a:t>Titre de la section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D70836F9-51B2-40EB-B4F9-849417560DC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7292" y="3845910"/>
            <a:ext cx="5621534" cy="465740"/>
          </a:xfrm>
          <a:prstGeom prst="rect">
            <a:avLst/>
          </a:prstGeom>
        </p:spPr>
        <p:txBody>
          <a:bodyPr/>
          <a:lstStyle>
            <a:lvl1pPr marL="0" indent="0">
              <a:defRPr lang="fr-FR" sz="2800" b="0" kern="1200" dirty="0">
                <a:solidFill>
                  <a:schemeClr val="tx1"/>
                </a:solidFill>
                <a:latin typeface="+mj-lt"/>
                <a:ea typeface="Microsoft JhengHei UI Light" panose="020B0304030504040204" pitchFamily="34" charset="-120"/>
                <a:cs typeface="+mn-cs"/>
              </a:defRPr>
            </a:lvl1pPr>
          </a:lstStyle>
          <a:p>
            <a:pPr lvl="0"/>
            <a:r>
              <a:rPr lang="fr-FR" dirty="0"/>
              <a:t>Titre du PPT</a:t>
            </a:r>
          </a:p>
        </p:txBody>
      </p:sp>
      <p:pic>
        <p:nvPicPr>
          <p:cNvPr id="7" name="Picture 25" descr="Résultat de recherche d'images pour &quot;supinfo&quot;">
            <a:extLst>
              <a:ext uri="{FF2B5EF4-FFF2-40B4-BE49-F238E27FC236}">
                <a16:creationId xmlns:a16="http://schemas.microsoft.com/office/drawing/2014/main" id="{57A5F696-1618-457B-98B1-9EFDCC0150C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637" y="0"/>
            <a:ext cx="4003200" cy="1989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078B61AA-35EF-47C4-A975-1E5C751C88F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518400" y="3765550"/>
            <a:ext cx="3752327" cy="2423510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209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ection_Dark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5">
            <a:extLst>
              <a:ext uri="{FF2B5EF4-FFF2-40B4-BE49-F238E27FC236}">
                <a16:creationId xmlns:a16="http://schemas.microsoft.com/office/drawing/2014/main" id="{32C83E78-EA9B-4888-AF6D-C983BBF6CCFE}"/>
              </a:ext>
            </a:extLst>
          </p:cNvPr>
          <p:cNvSpPr/>
          <p:nvPr userDrawn="1"/>
        </p:nvSpPr>
        <p:spPr>
          <a:xfrm rot="20463607">
            <a:off x="6294321" y="-1338222"/>
            <a:ext cx="6751597" cy="8813460"/>
          </a:xfrm>
          <a:custGeom>
            <a:avLst/>
            <a:gdLst>
              <a:gd name="connsiteX0" fmla="*/ 0 w 7420099"/>
              <a:gd name="connsiteY0" fmla="*/ 0 h 9454600"/>
              <a:gd name="connsiteX1" fmla="*/ 7420099 w 7420099"/>
              <a:gd name="connsiteY1" fmla="*/ 0 h 9454600"/>
              <a:gd name="connsiteX2" fmla="*/ 7420099 w 7420099"/>
              <a:gd name="connsiteY2" fmla="*/ 9454600 h 9454600"/>
              <a:gd name="connsiteX3" fmla="*/ 0 w 7420099"/>
              <a:gd name="connsiteY3" fmla="*/ 9454600 h 9454600"/>
              <a:gd name="connsiteX4" fmla="*/ 0 w 7420099"/>
              <a:gd name="connsiteY4" fmla="*/ 0 h 9454600"/>
              <a:gd name="connsiteX0" fmla="*/ 0 w 7624143"/>
              <a:gd name="connsiteY0" fmla="*/ 594614 h 9454600"/>
              <a:gd name="connsiteX1" fmla="*/ 7624143 w 7624143"/>
              <a:gd name="connsiteY1" fmla="*/ 0 h 9454600"/>
              <a:gd name="connsiteX2" fmla="*/ 7624143 w 7624143"/>
              <a:gd name="connsiteY2" fmla="*/ 9454600 h 9454600"/>
              <a:gd name="connsiteX3" fmla="*/ 204044 w 7624143"/>
              <a:gd name="connsiteY3" fmla="*/ 9454600 h 9454600"/>
              <a:gd name="connsiteX4" fmla="*/ 0 w 7624143"/>
              <a:gd name="connsiteY4" fmla="*/ 594614 h 9454600"/>
              <a:gd name="connsiteX0" fmla="*/ 0 w 7609091"/>
              <a:gd name="connsiteY0" fmla="*/ 527274 h 9454600"/>
              <a:gd name="connsiteX1" fmla="*/ 7609091 w 7609091"/>
              <a:gd name="connsiteY1" fmla="*/ 0 h 9454600"/>
              <a:gd name="connsiteX2" fmla="*/ 7609091 w 7609091"/>
              <a:gd name="connsiteY2" fmla="*/ 9454600 h 9454600"/>
              <a:gd name="connsiteX3" fmla="*/ 188992 w 7609091"/>
              <a:gd name="connsiteY3" fmla="*/ 9454600 h 9454600"/>
              <a:gd name="connsiteX4" fmla="*/ 0 w 7609091"/>
              <a:gd name="connsiteY4" fmla="*/ 527274 h 9454600"/>
              <a:gd name="connsiteX0" fmla="*/ 0 w 7609091"/>
              <a:gd name="connsiteY0" fmla="*/ 0 h 8927326"/>
              <a:gd name="connsiteX1" fmla="*/ 7458540 w 7609091"/>
              <a:gd name="connsiteY1" fmla="*/ 2200440 h 8927326"/>
              <a:gd name="connsiteX2" fmla="*/ 7609091 w 7609091"/>
              <a:gd name="connsiteY2" fmla="*/ 8927326 h 8927326"/>
              <a:gd name="connsiteX3" fmla="*/ 188992 w 7609091"/>
              <a:gd name="connsiteY3" fmla="*/ 8927326 h 8927326"/>
              <a:gd name="connsiteX4" fmla="*/ 0 w 7609091"/>
              <a:gd name="connsiteY4" fmla="*/ 0 h 8927326"/>
              <a:gd name="connsiteX0" fmla="*/ 0 w 7609091"/>
              <a:gd name="connsiteY0" fmla="*/ 0 h 8927326"/>
              <a:gd name="connsiteX1" fmla="*/ 7311206 w 7609091"/>
              <a:gd name="connsiteY1" fmla="*/ 2512409 h 8927326"/>
              <a:gd name="connsiteX2" fmla="*/ 7609091 w 7609091"/>
              <a:gd name="connsiteY2" fmla="*/ 8927326 h 8927326"/>
              <a:gd name="connsiteX3" fmla="*/ 188992 w 7609091"/>
              <a:gd name="connsiteY3" fmla="*/ 8927326 h 8927326"/>
              <a:gd name="connsiteX4" fmla="*/ 0 w 7609091"/>
              <a:gd name="connsiteY4" fmla="*/ 0 h 8927326"/>
              <a:gd name="connsiteX0" fmla="*/ 0 w 7609091"/>
              <a:gd name="connsiteY0" fmla="*/ 0 h 8927326"/>
              <a:gd name="connsiteX1" fmla="*/ 6738378 w 7609091"/>
              <a:gd name="connsiteY1" fmla="*/ 2342695 h 8927326"/>
              <a:gd name="connsiteX2" fmla="*/ 7609091 w 7609091"/>
              <a:gd name="connsiteY2" fmla="*/ 8927326 h 8927326"/>
              <a:gd name="connsiteX3" fmla="*/ 188992 w 7609091"/>
              <a:gd name="connsiteY3" fmla="*/ 8927326 h 8927326"/>
              <a:gd name="connsiteX4" fmla="*/ 0 w 7609091"/>
              <a:gd name="connsiteY4" fmla="*/ 0 h 8927326"/>
              <a:gd name="connsiteX0" fmla="*/ 0 w 7609091"/>
              <a:gd name="connsiteY0" fmla="*/ 0 h 8927326"/>
              <a:gd name="connsiteX1" fmla="*/ 6735818 w 7609091"/>
              <a:gd name="connsiteY1" fmla="*/ 2291465 h 8927326"/>
              <a:gd name="connsiteX2" fmla="*/ 7609091 w 7609091"/>
              <a:gd name="connsiteY2" fmla="*/ 8927326 h 8927326"/>
              <a:gd name="connsiteX3" fmla="*/ 188992 w 7609091"/>
              <a:gd name="connsiteY3" fmla="*/ 8927326 h 8927326"/>
              <a:gd name="connsiteX4" fmla="*/ 0 w 7609091"/>
              <a:gd name="connsiteY4" fmla="*/ 0 h 8927326"/>
              <a:gd name="connsiteX0" fmla="*/ 0 w 7620926"/>
              <a:gd name="connsiteY0" fmla="*/ 0 h 8951528"/>
              <a:gd name="connsiteX1" fmla="*/ 6747653 w 7620926"/>
              <a:gd name="connsiteY1" fmla="*/ 2315667 h 8951528"/>
              <a:gd name="connsiteX2" fmla="*/ 7620926 w 7620926"/>
              <a:gd name="connsiteY2" fmla="*/ 8951528 h 8951528"/>
              <a:gd name="connsiteX3" fmla="*/ 200827 w 7620926"/>
              <a:gd name="connsiteY3" fmla="*/ 8951528 h 8951528"/>
              <a:gd name="connsiteX4" fmla="*/ 0 w 7620926"/>
              <a:gd name="connsiteY4" fmla="*/ 0 h 8951528"/>
              <a:gd name="connsiteX0" fmla="*/ 0 w 7620926"/>
              <a:gd name="connsiteY0" fmla="*/ 0 h 8951528"/>
              <a:gd name="connsiteX1" fmla="*/ 6674870 w 7620926"/>
              <a:gd name="connsiteY1" fmla="*/ 2371252 h 8951528"/>
              <a:gd name="connsiteX2" fmla="*/ 7620926 w 7620926"/>
              <a:gd name="connsiteY2" fmla="*/ 8951528 h 8951528"/>
              <a:gd name="connsiteX3" fmla="*/ 200827 w 7620926"/>
              <a:gd name="connsiteY3" fmla="*/ 8951528 h 8951528"/>
              <a:gd name="connsiteX4" fmla="*/ 0 w 7620926"/>
              <a:gd name="connsiteY4" fmla="*/ 0 h 8951528"/>
              <a:gd name="connsiteX0" fmla="*/ 0 w 7620926"/>
              <a:gd name="connsiteY0" fmla="*/ 0 h 8951528"/>
              <a:gd name="connsiteX1" fmla="*/ 6789696 w 7620926"/>
              <a:gd name="connsiteY1" fmla="*/ 2330093 h 8951528"/>
              <a:gd name="connsiteX2" fmla="*/ 7620926 w 7620926"/>
              <a:gd name="connsiteY2" fmla="*/ 8951528 h 8951528"/>
              <a:gd name="connsiteX3" fmla="*/ 200827 w 7620926"/>
              <a:gd name="connsiteY3" fmla="*/ 8951528 h 8951528"/>
              <a:gd name="connsiteX4" fmla="*/ 0 w 7620926"/>
              <a:gd name="connsiteY4" fmla="*/ 0 h 8951528"/>
              <a:gd name="connsiteX0" fmla="*/ 0 w 7620926"/>
              <a:gd name="connsiteY0" fmla="*/ 0 h 8951528"/>
              <a:gd name="connsiteX1" fmla="*/ 6681584 w 7620926"/>
              <a:gd name="connsiteY1" fmla="*/ 2292994 h 8951528"/>
              <a:gd name="connsiteX2" fmla="*/ 7620926 w 7620926"/>
              <a:gd name="connsiteY2" fmla="*/ 8951528 h 8951528"/>
              <a:gd name="connsiteX3" fmla="*/ 200827 w 7620926"/>
              <a:gd name="connsiteY3" fmla="*/ 8951528 h 8951528"/>
              <a:gd name="connsiteX4" fmla="*/ 0 w 7620926"/>
              <a:gd name="connsiteY4" fmla="*/ 0 h 8951528"/>
              <a:gd name="connsiteX0" fmla="*/ 0 w 7620926"/>
              <a:gd name="connsiteY0" fmla="*/ 0 h 8951528"/>
              <a:gd name="connsiteX1" fmla="*/ 6751597 w 7620926"/>
              <a:gd name="connsiteY1" fmla="*/ 2323732 h 8951528"/>
              <a:gd name="connsiteX2" fmla="*/ 7620926 w 7620926"/>
              <a:gd name="connsiteY2" fmla="*/ 8951528 h 8951528"/>
              <a:gd name="connsiteX3" fmla="*/ 200827 w 7620926"/>
              <a:gd name="connsiteY3" fmla="*/ 8951528 h 8951528"/>
              <a:gd name="connsiteX4" fmla="*/ 0 w 7620926"/>
              <a:gd name="connsiteY4" fmla="*/ 0 h 8951528"/>
              <a:gd name="connsiteX0" fmla="*/ 0 w 7620926"/>
              <a:gd name="connsiteY0" fmla="*/ 0 h 8951528"/>
              <a:gd name="connsiteX1" fmla="*/ 6751597 w 7620926"/>
              <a:gd name="connsiteY1" fmla="*/ 2323732 h 8951528"/>
              <a:gd name="connsiteX2" fmla="*/ 7620926 w 7620926"/>
              <a:gd name="connsiteY2" fmla="*/ 8951528 h 8951528"/>
              <a:gd name="connsiteX3" fmla="*/ 596693 w 7620926"/>
              <a:gd name="connsiteY3" fmla="*/ 7261308 h 8951528"/>
              <a:gd name="connsiteX4" fmla="*/ 0 w 7620926"/>
              <a:gd name="connsiteY4" fmla="*/ 0 h 8951528"/>
              <a:gd name="connsiteX0" fmla="*/ 0 w 6751597"/>
              <a:gd name="connsiteY0" fmla="*/ 0 h 8800063"/>
              <a:gd name="connsiteX1" fmla="*/ 6751597 w 6751597"/>
              <a:gd name="connsiteY1" fmla="*/ 2323732 h 8800063"/>
              <a:gd name="connsiteX2" fmla="*/ 4496472 w 6751597"/>
              <a:gd name="connsiteY2" fmla="*/ 8800063 h 8800063"/>
              <a:gd name="connsiteX3" fmla="*/ 596693 w 6751597"/>
              <a:gd name="connsiteY3" fmla="*/ 7261308 h 8800063"/>
              <a:gd name="connsiteX4" fmla="*/ 0 w 6751597"/>
              <a:gd name="connsiteY4" fmla="*/ 0 h 8800063"/>
              <a:gd name="connsiteX0" fmla="*/ 0 w 6751597"/>
              <a:gd name="connsiteY0" fmla="*/ 0 h 8813460"/>
              <a:gd name="connsiteX1" fmla="*/ 6751597 w 6751597"/>
              <a:gd name="connsiteY1" fmla="*/ 2323732 h 8813460"/>
              <a:gd name="connsiteX2" fmla="*/ 4535513 w 6751597"/>
              <a:gd name="connsiteY2" fmla="*/ 8813460 h 8813460"/>
              <a:gd name="connsiteX3" fmla="*/ 596693 w 6751597"/>
              <a:gd name="connsiteY3" fmla="*/ 7261308 h 8813460"/>
              <a:gd name="connsiteX4" fmla="*/ 0 w 6751597"/>
              <a:gd name="connsiteY4" fmla="*/ 0 h 8813460"/>
              <a:gd name="connsiteX0" fmla="*/ 0 w 6751597"/>
              <a:gd name="connsiteY0" fmla="*/ 0 h 8813460"/>
              <a:gd name="connsiteX1" fmla="*/ 6751597 w 6751597"/>
              <a:gd name="connsiteY1" fmla="*/ 2323732 h 8813460"/>
              <a:gd name="connsiteX2" fmla="*/ 4535513 w 6751597"/>
              <a:gd name="connsiteY2" fmla="*/ 8813460 h 8813460"/>
              <a:gd name="connsiteX3" fmla="*/ 537864 w 6751597"/>
              <a:gd name="connsiteY3" fmla="*/ 7442525 h 8813460"/>
              <a:gd name="connsiteX4" fmla="*/ 0 w 6751597"/>
              <a:gd name="connsiteY4" fmla="*/ 0 h 8813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51597" h="8813460">
                <a:moveTo>
                  <a:pt x="0" y="0"/>
                </a:moveTo>
                <a:lnTo>
                  <a:pt x="6751597" y="2323732"/>
                </a:lnTo>
                <a:lnTo>
                  <a:pt x="4535513" y="8813460"/>
                </a:lnTo>
                <a:lnTo>
                  <a:pt x="537864" y="7442525"/>
                </a:lnTo>
                <a:lnTo>
                  <a:pt x="0" y="0"/>
                </a:lnTo>
                <a:close/>
              </a:path>
            </a:pathLst>
          </a:custGeom>
          <a:solidFill>
            <a:srgbClr val="3747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2E233AD4-1D23-4787-BAC5-00E8ECF9C3BD}"/>
              </a:ext>
            </a:extLst>
          </p:cNvPr>
          <p:cNvSpPr/>
          <p:nvPr userDrawn="1"/>
        </p:nvSpPr>
        <p:spPr>
          <a:xfrm rot="20463607">
            <a:off x="7325921" y="-1166884"/>
            <a:ext cx="5751564" cy="8479305"/>
          </a:xfrm>
          <a:custGeom>
            <a:avLst/>
            <a:gdLst>
              <a:gd name="connsiteX0" fmla="*/ 0 w 7420099"/>
              <a:gd name="connsiteY0" fmla="*/ 0 h 9454600"/>
              <a:gd name="connsiteX1" fmla="*/ 7420099 w 7420099"/>
              <a:gd name="connsiteY1" fmla="*/ 0 h 9454600"/>
              <a:gd name="connsiteX2" fmla="*/ 7420099 w 7420099"/>
              <a:gd name="connsiteY2" fmla="*/ 9454600 h 9454600"/>
              <a:gd name="connsiteX3" fmla="*/ 0 w 7420099"/>
              <a:gd name="connsiteY3" fmla="*/ 9454600 h 9454600"/>
              <a:gd name="connsiteX4" fmla="*/ 0 w 7420099"/>
              <a:gd name="connsiteY4" fmla="*/ 0 h 9454600"/>
              <a:gd name="connsiteX0" fmla="*/ 0 w 7624143"/>
              <a:gd name="connsiteY0" fmla="*/ 594614 h 9454600"/>
              <a:gd name="connsiteX1" fmla="*/ 7624143 w 7624143"/>
              <a:gd name="connsiteY1" fmla="*/ 0 h 9454600"/>
              <a:gd name="connsiteX2" fmla="*/ 7624143 w 7624143"/>
              <a:gd name="connsiteY2" fmla="*/ 9454600 h 9454600"/>
              <a:gd name="connsiteX3" fmla="*/ 204044 w 7624143"/>
              <a:gd name="connsiteY3" fmla="*/ 9454600 h 9454600"/>
              <a:gd name="connsiteX4" fmla="*/ 0 w 7624143"/>
              <a:gd name="connsiteY4" fmla="*/ 594614 h 9454600"/>
              <a:gd name="connsiteX0" fmla="*/ 0 w 7609091"/>
              <a:gd name="connsiteY0" fmla="*/ 527274 h 9454600"/>
              <a:gd name="connsiteX1" fmla="*/ 7609091 w 7609091"/>
              <a:gd name="connsiteY1" fmla="*/ 0 h 9454600"/>
              <a:gd name="connsiteX2" fmla="*/ 7609091 w 7609091"/>
              <a:gd name="connsiteY2" fmla="*/ 9454600 h 9454600"/>
              <a:gd name="connsiteX3" fmla="*/ 188992 w 7609091"/>
              <a:gd name="connsiteY3" fmla="*/ 9454600 h 9454600"/>
              <a:gd name="connsiteX4" fmla="*/ 0 w 7609091"/>
              <a:gd name="connsiteY4" fmla="*/ 527274 h 9454600"/>
              <a:gd name="connsiteX0" fmla="*/ 0 w 7609091"/>
              <a:gd name="connsiteY0" fmla="*/ 0 h 8927326"/>
              <a:gd name="connsiteX1" fmla="*/ 7458540 w 7609091"/>
              <a:gd name="connsiteY1" fmla="*/ 2200440 h 8927326"/>
              <a:gd name="connsiteX2" fmla="*/ 7609091 w 7609091"/>
              <a:gd name="connsiteY2" fmla="*/ 8927326 h 8927326"/>
              <a:gd name="connsiteX3" fmla="*/ 188992 w 7609091"/>
              <a:gd name="connsiteY3" fmla="*/ 8927326 h 8927326"/>
              <a:gd name="connsiteX4" fmla="*/ 0 w 7609091"/>
              <a:gd name="connsiteY4" fmla="*/ 0 h 8927326"/>
              <a:gd name="connsiteX0" fmla="*/ 0 w 7609091"/>
              <a:gd name="connsiteY0" fmla="*/ 0 h 8927326"/>
              <a:gd name="connsiteX1" fmla="*/ 7311206 w 7609091"/>
              <a:gd name="connsiteY1" fmla="*/ 2512409 h 8927326"/>
              <a:gd name="connsiteX2" fmla="*/ 7609091 w 7609091"/>
              <a:gd name="connsiteY2" fmla="*/ 8927326 h 8927326"/>
              <a:gd name="connsiteX3" fmla="*/ 188992 w 7609091"/>
              <a:gd name="connsiteY3" fmla="*/ 8927326 h 8927326"/>
              <a:gd name="connsiteX4" fmla="*/ 0 w 7609091"/>
              <a:gd name="connsiteY4" fmla="*/ 0 h 8927326"/>
              <a:gd name="connsiteX0" fmla="*/ 0 w 7609091"/>
              <a:gd name="connsiteY0" fmla="*/ 0 h 8927326"/>
              <a:gd name="connsiteX1" fmla="*/ 6738378 w 7609091"/>
              <a:gd name="connsiteY1" fmla="*/ 2342695 h 8927326"/>
              <a:gd name="connsiteX2" fmla="*/ 7609091 w 7609091"/>
              <a:gd name="connsiteY2" fmla="*/ 8927326 h 8927326"/>
              <a:gd name="connsiteX3" fmla="*/ 188992 w 7609091"/>
              <a:gd name="connsiteY3" fmla="*/ 8927326 h 8927326"/>
              <a:gd name="connsiteX4" fmla="*/ 0 w 7609091"/>
              <a:gd name="connsiteY4" fmla="*/ 0 h 8927326"/>
              <a:gd name="connsiteX0" fmla="*/ 0 w 7609091"/>
              <a:gd name="connsiteY0" fmla="*/ 0 h 8927326"/>
              <a:gd name="connsiteX1" fmla="*/ 6735818 w 7609091"/>
              <a:gd name="connsiteY1" fmla="*/ 2291465 h 8927326"/>
              <a:gd name="connsiteX2" fmla="*/ 7609091 w 7609091"/>
              <a:gd name="connsiteY2" fmla="*/ 8927326 h 8927326"/>
              <a:gd name="connsiteX3" fmla="*/ 188992 w 7609091"/>
              <a:gd name="connsiteY3" fmla="*/ 8927326 h 8927326"/>
              <a:gd name="connsiteX4" fmla="*/ 0 w 7609091"/>
              <a:gd name="connsiteY4" fmla="*/ 0 h 8927326"/>
              <a:gd name="connsiteX0" fmla="*/ 0 w 7620926"/>
              <a:gd name="connsiteY0" fmla="*/ 0 h 8951528"/>
              <a:gd name="connsiteX1" fmla="*/ 6747653 w 7620926"/>
              <a:gd name="connsiteY1" fmla="*/ 2315667 h 8951528"/>
              <a:gd name="connsiteX2" fmla="*/ 7620926 w 7620926"/>
              <a:gd name="connsiteY2" fmla="*/ 8951528 h 8951528"/>
              <a:gd name="connsiteX3" fmla="*/ 200827 w 7620926"/>
              <a:gd name="connsiteY3" fmla="*/ 8951528 h 8951528"/>
              <a:gd name="connsiteX4" fmla="*/ 0 w 7620926"/>
              <a:gd name="connsiteY4" fmla="*/ 0 h 8951528"/>
              <a:gd name="connsiteX0" fmla="*/ 0 w 7620926"/>
              <a:gd name="connsiteY0" fmla="*/ 0 h 8951528"/>
              <a:gd name="connsiteX1" fmla="*/ 6674870 w 7620926"/>
              <a:gd name="connsiteY1" fmla="*/ 2371252 h 8951528"/>
              <a:gd name="connsiteX2" fmla="*/ 7620926 w 7620926"/>
              <a:gd name="connsiteY2" fmla="*/ 8951528 h 8951528"/>
              <a:gd name="connsiteX3" fmla="*/ 200827 w 7620926"/>
              <a:gd name="connsiteY3" fmla="*/ 8951528 h 8951528"/>
              <a:gd name="connsiteX4" fmla="*/ 0 w 7620926"/>
              <a:gd name="connsiteY4" fmla="*/ 0 h 8951528"/>
              <a:gd name="connsiteX0" fmla="*/ 0 w 7620926"/>
              <a:gd name="connsiteY0" fmla="*/ 0 h 8951528"/>
              <a:gd name="connsiteX1" fmla="*/ 6789696 w 7620926"/>
              <a:gd name="connsiteY1" fmla="*/ 2330093 h 8951528"/>
              <a:gd name="connsiteX2" fmla="*/ 7620926 w 7620926"/>
              <a:gd name="connsiteY2" fmla="*/ 8951528 h 8951528"/>
              <a:gd name="connsiteX3" fmla="*/ 200827 w 7620926"/>
              <a:gd name="connsiteY3" fmla="*/ 8951528 h 8951528"/>
              <a:gd name="connsiteX4" fmla="*/ 0 w 7620926"/>
              <a:gd name="connsiteY4" fmla="*/ 0 h 8951528"/>
              <a:gd name="connsiteX0" fmla="*/ 0 w 7620926"/>
              <a:gd name="connsiteY0" fmla="*/ 0 h 8951528"/>
              <a:gd name="connsiteX1" fmla="*/ 6681584 w 7620926"/>
              <a:gd name="connsiteY1" fmla="*/ 2292994 h 8951528"/>
              <a:gd name="connsiteX2" fmla="*/ 7620926 w 7620926"/>
              <a:gd name="connsiteY2" fmla="*/ 8951528 h 8951528"/>
              <a:gd name="connsiteX3" fmla="*/ 200827 w 7620926"/>
              <a:gd name="connsiteY3" fmla="*/ 8951528 h 8951528"/>
              <a:gd name="connsiteX4" fmla="*/ 0 w 7620926"/>
              <a:gd name="connsiteY4" fmla="*/ 0 h 8951528"/>
              <a:gd name="connsiteX0" fmla="*/ 0 w 7620926"/>
              <a:gd name="connsiteY0" fmla="*/ 0 h 8951528"/>
              <a:gd name="connsiteX1" fmla="*/ 6751597 w 7620926"/>
              <a:gd name="connsiteY1" fmla="*/ 2323732 h 8951528"/>
              <a:gd name="connsiteX2" fmla="*/ 7620926 w 7620926"/>
              <a:gd name="connsiteY2" fmla="*/ 8951528 h 8951528"/>
              <a:gd name="connsiteX3" fmla="*/ 200827 w 7620926"/>
              <a:gd name="connsiteY3" fmla="*/ 8951528 h 8951528"/>
              <a:gd name="connsiteX4" fmla="*/ 0 w 7620926"/>
              <a:gd name="connsiteY4" fmla="*/ 0 h 8951528"/>
              <a:gd name="connsiteX0" fmla="*/ 0 w 7620926"/>
              <a:gd name="connsiteY0" fmla="*/ 0 h 8951528"/>
              <a:gd name="connsiteX1" fmla="*/ 6751597 w 7620926"/>
              <a:gd name="connsiteY1" fmla="*/ 2323732 h 8951528"/>
              <a:gd name="connsiteX2" fmla="*/ 7620926 w 7620926"/>
              <a:gd name="connsiteY2" fmla="*/ 8951528 h 8951528"/>
              <a:gd name="connsiteX3" fmla="*/ 596693 w 7620926"/>
              <a:gd name="connsiteY3" fmla="*/ 7261308 h 8951528"/>
              <a:gd name="connsiteX4" fmla="*/ 0 w 7620926"/>
              <a:gd name="connsiteY4" fmla="*/ 0 h 8951528"/>
              <a:gd name="connsiteX0" fmla="*/ 0 w 6751597"/>
              <a:gd name="connsiteY0" fmla="*/ 0 h 8800063"/>
              <a:gd name="connsiteX1" fmla="*/ 6751597 w 6751597"/>
              <a:gd name="connsiteY1" fmla="*/ 2323732 h 8800063"/>
              <a:gd name="connsiteX2" fmla="*/ 4496472 w 6751597"/>
              <a:gd name="connsiteY2" fmla="*/ 8800063 h 8800063"/>
              <a:gd name="connsiteX3" fmla="*/ 596693 w 6751597"/>
              <a:gd name="connsiteY3" fmla="*/ 7261308 h 8800063"/>
              <a:gd name="connsiteX4" fmla="*/ 0 w 6751597"/>
              <a:gd name="connsiteY4" fmla="*/ 0 h 8800063"/>
              <a:gd name="connsiteX0" fmla="*/ 0 w 6751597"/>
              <a:gd name="connsiteY0" fmla="*/ 0 h 8813460"/>
              <a:gd name="connsiteX1" fmla="*/ 6751597 w 6751597"/>
              <a:gd name="connsiteY1" fmla="*/ 2323732 h 8813460"/>
              <a:gd name="connsiteX2" fmla="*/ 4535513 w 6751597"/>
              <a:gd name="connsiteY2" fmla="*/ 8813460 h 8813460"/>
              <a:gd name="connsiteX3" fmla="*/ 596693 w 6751597"/>
              <a:gd name="connsiteY3" fmla="*/ 7261308 h 8813460"/>
              <a:gd name="connsiteX4" fmla="*/ 0 w 6751597"/>
              <a:gd name="connsiteY4" fmla="*/ 0 h 8813460"/>
              <a:gd name="connsiteX0" fmla="*/ 0 w 6751597"/>
              <a:gd name="connsiteY0" fmla="*/ 0 h 8813460"/>
              <a:gd name="connsiteX1" fmla="*/ 6751597 w 6751597"/>
              <a:gd name="connsiteY1" fmla="*/ 2323732 h 8813460"/>
              <a:gd name="connsiteX2" fmla="*/ 4535513 w 6751597"/>
              <a:gd name="connsiteY2" fmla="*/ 8813460 h 8813460"/>
              <a:gd name="connsiteX3" fmla="*/ 537864 w 6751597"/>
              <a:gd name="connsiteY3" fmla="*/ 7442525 h 8813460"/>
              <a:gd name="connsiteX4" fmla="*/ 0 w 6751597"/>
              <a:gd name="connsiteY4" fmla="*/ 0 h 8813460"/>
              <a:gd name="connsiteX0" fmla="*/ 0 w 6751597"/>
              <a:gd name="connsiteY0" fmla="*/ 0 h 8276852"/>
              <a:gd name="connsiteX1" fmla="*/ 6751597 w 6751597"/>
              <a:gd name="connsiteY1" fmla="*/ 2323732 h 8276852"/>
              <a:gd name="connsiteX2" fmla="*/ 3118490 w 6751597"/>
              <a:gd name="connsiteY2" fmla="*/ 8276852 h 8276852"/>
              <a:gd name="connsiteX3" fmla="*/ 537864 w 6751597"/>
              <a:gd name="connsiteY3" fmla="*/ 7442525 h 8276852"/>
              <a:gd name="connsiteX4" fmla="*/ 0 w 6751597"/>
              <a:gd name="connsiteY4" fmla="*/ 0 h 8276852"/>
              <a:gd name="connsiteX0" fmla="*/ 0 w 6751597"/>
              <a:gd name="connsiteY0" fmla="*/ 0 h 8455369"/>
              <a:gd name="connsiteX1" fmla="*/ 6751597 w 6751597"/>
              <a:gd name="connsiteY1" fmla="*/ 2323732 h 8455369"/>
              <a:gd name="connsiteX2" fmla="*/ 3550672 w 6751597"/>
              <a:gd name="connsiteY2" fmla="*/ 8455369 h 8455369"/>
              <a:gd name="connsiteX3" fmla="*/ 537864 w 6751597"/>
              <a:gd name="connsiteY3" fmla="*/ 7442525 h 8455369"/>
              <a:gd name="connsiteX4" fmla="*/ 0 w 6751597"/>
              <a:gd name="connsiteY4" fmla="*/ 0 h 8455369"/>
              <a:gd name="connsiteX0" fmla="*/ 0 w 6751597"/>
              <a:gd name="connsiteY0" fmla="*/ 0 h 8479305"/>
              <a:gd name="connsiteX1" fmla="*/ 6751597 w 6751597"/>
              <a:gd name="connsiteY1" fmla="*/ 2323732 h 8479305"/>
              <a:gd name="connsiteX2" fmla="*/ 3532388 w 6751597"/>
              <a:gd name="connsiteY2" fmla="*/ 8479305 h 8479305"/>
              <a:gd name="connsiteX3" fmla="*/ 537864 w 6751597"/>
              <a:gd name="connsiteY3" fmla="*/ 7442525 h 8479305"/>
              <a:gd name="connsiteX4" fmla="*/ 0 w 6751597"/>
              <a:gd name="connsiteY4" fmla="*/ 0 h 8479305"/>
              <a:gd name="connsiteX0" fmla="*/ 0 w 5580387"/>
              <a:gd name="connsiteY0" fmla="*/ 0 h 8479305"/>
              <a:gd name="connsiteX1" fmla="*/ 5580387 w 5580387"/>
              <a:gd name="connsiteY1" fmla="*/ 1921825 h 8479305"/>
              <a:gd name="connsiteX2" fmla="*/ 3532388 w 5580387"/>
              <a:gd name="connsiteY2" fmla="*/ 8479305 h 8479305"/>
              <a:gd name="connsiteX3" fmla="*/ 537864 w 5580387"/>
              <a:gd name="connsiteY3" fmla="*/ 7442525 h 8479305"/>
              <a:gd name="connsiteX4" fmla="*/ 0 w 5580387"/>
              <a:gd name="connsiteY4" fmla="*/ 0 h 8479305"/>
              <a:gd name="connsiteX0" fmla="*/ 0 w 5751564"/>
              <a:gd name="connsiteY0" fmla="*/ 0 h 8479305"/>
              <a:gd name="connsiteX1" fmla="*/ 5751564 w 5751564"/>
              <a:gd name="connsiteY1" fmla="*/ 1980565 h 8479305"/>
              <a:gd name="connsiteX2" fmla="*/ 3532388 w 5751564"/>
              <a:gd name="connsiteY2" fmla="*/ 8479305 h 8479305"/>
              <a:gd name="connsiteX3" fmla="*/ 537864 w 5751564"/>
              <a:gd name="connsiteY3" fmla="*/ 7442525 h 8479305"/>
              <a:gd name="connsiteX4" fmla="*/ 0 w 5751564"/>
              <a:gd name="connsiteY4" fmla="*/ 0 h 8479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51564" h="8479305">
                <a:moveTo>
                  <a:pt x="0" y="0"/>
                </a:moveTo>
                <a:lnTo>
                  <a:pt x="5751564" y="1980565"/>
                </a:lnTo>
                <a:lnTo>
                  <a:pt x="3532388" y="8479305"/>
                </a:lnTo>
                <a:lnTo>
                  <a:pt x="537864" y="7442525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Picture 25" descr="Résultat de recherche d'images pour &quot;supinfo&quot;">
            <a:extLst>
              <a:ext uri="{FF2B5EF4-FFF2-40B4-BE49-F238E27FC236}">
                <a16:creationId xmlns:a16="http://schemas.microsoft.com/office/drawing/2014/main" id="{89A73614-6DA6-4B69-B168-71262490AE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637" y="0"/>
            <a:ext cx="4003200" cy="1989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B1C8FC9-8BA4-40CF-A1C5-C848CA28A6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7292" y="2057400"/>
            <a:ext cx="5808235" cy="3042239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6600" b="0" i="0" kern="1200" dirty="0">
                <a:solidFill>
                  <a:schemeClr val="tx1"/>
                </a:solidFill>
                <a:effectLst/>
                <a:latin typeface="+mj-lt"/>
                <a:ea typeface="Microsoft YaHei UI" panose="020B0503020204020204" pitchFamily="34" charset="-122"/>
                <a:cs typeface="+mj-cs"/>
              </a:defRPr>
            </a:lvl1pPr>
          </a:lstStyle>
          <a:p>
            <a:r>
              <a:rPr lang="fr-FR" dirty="0"/>
              <a:t>Titre de la section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D70836F9-51B2-40EB-B4F9-849417560DC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7292" y="5266654"/>
            <a:ext cx="6789308" cy="405109"/>
          </a:xfrm>
          <a:prstGeom prst="rect">
            <a:avLst/>
          </a:prstGeom>
        </p:spPr>
        <p:txBody>
          <a:bodyPr/>
          <a:lstStyle>
            <a:lvl1pPr marL="0" indent="0">
              <a:defRPr lang="fr-FR" sz="2800" b="0" kern="1200" dirty="0">
                <a:solidFill>
                  <a:schemeClr val="tx1"/>
                </a:solidFill>
                <a:latin typeface="+mj-lt"/>
                <a:ea typeface="Microsoft JhengHei UI Light" panose="020B0304030504040204" pitchFamily="34" charset="-120"/>
                <a:cs typeface="+mn-cs"/>
              </a:defRPr>
            </a:lvl1pPr>
          </a:lstStyle>
          <a:p>
            <a:pPr lvl="0"/>
            <a:r>
              <a:rPr lang="fr-FR" dirty="0"/>
              <a:t>Titre du cours</a:t>
            </a:r>
          </a:p>
        </p:txBody>
      </p:sp>
      <p:pic>
        <p:nvPicPr>
          <p:cNvPr id="7" name="Picture 25" descr="Résultat de recherche d'images pour &quot;supinfo&quot;">
            <a:extLst>
              <a:ext uri="{FF2B5EF4-FFF2-40B4-BE49-F238E27FC236}">
                <a16:creationId xmlns:a16="http://schemas.microsoft.com/office/drawing/2014/main" id="{57A5F696-1618-457B-98B1-9EFDCC0150C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637" y="0"/>
            <a:ext cx="4003200" cy="1989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078B61AA-35EF-47C4-A975-1E5C751C88F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975600" y="2361870"/>
            <a:ext cx="3561827" cy="2686379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12" name="Organigramme : Procédé 11">
            <a:extLst>
              <a:ext uri="{FF2B5EF4-FFF2-40B4-BE49-F238E27FC236}">
                <a16:creationId xmlns:a16="http://schemas.microsoft.com/office/drawing/2014/main" id="{04059198-63DE-4F83-9EAC-7648EF6F3FC2}"/>
              </a:ext>
            </a:extLst>
          </p:cNvPr>
          <p:cNvSpPr/>
          <p:nvPr userDrawn="1"/>
        </p:nvSpPr>
        <p:spPr>
          <a:xfrm>
            <a:off x="0" y="-1"/>
            <a:ext cx="134178" cy="6858001"/>
          </a:xfrm>
          <a:prstGeom prst="flowChartProces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5" name="Picture 2" descr="Résultat de recherche d'images pour &quot;supinfo&quot;">
            <a:extLst>
              <a:ext uri="{FF2B5EF4-FFF2-40B4-BE49-F238E27FC236}">
                <a16:creationId xmlns:a16="http://schemas.microsoft.com/office/drawing/2014/main" id="{E29AC358-4D06-48EA-BBE1-9A2EBB0A713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1055" y="6184763"/>
            <a:ext cx="1639957" cy="655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45841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_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5" descr="Résultat de recherche d'images pour &quot;supinfo&quot;">
            <a:extLst>
              <a:ext uri="{FF2B5EF4-FFF2-40B4-BE49-F238E27FC236}">
                <a16:creationId xmlns:a16="http://schemas.microsoft.com/office/drawing/2014/main" id="{83C431A1-12E7-4B18-9015-46A99F93AED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637" y="0"/>
            <a:ext cx="4003200" cy="1989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B1C8FC9-8BA4-40CF-A1C5-C848CA28A6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dirty="0"/>
              <a:t>Titre du slide Citation/Définition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0D3FEC1A-ADF3-4C32-AC62-7BAF78EE7C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0470" y="3302266"/>
            <a:ext cx="10494962" cy="1107996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3200" baseline="0">
                <a:solidFill>
                  <a:srgbClr val="374767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Insérer votre citation/définition ici</a:t>
            </a:r>
          </a:p>
        </p:txBody>
      </p:sp>
      <p:sp>
        <p:nvSpPr>
          <p:cNvPr id="9" name="Sous-titre 2">
            <a:extLst>
              <a:ext uri="{FF2B5EF4-FFF2-40B4-BE49-F238E27FC236}">
                <a16:creationId xmlns:a16="http://schemas.microsoft.com/office/drawing/2014/main" id="{1D9624EE-CD5F-47B8-9194-84526EF9F8C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17669" y="4564527"/>
            <a:ext cx="6897763" cy="458097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>
                <a:latin typeface="+mn-lt"/>
                <a:ea typeface="Microsoft JhengHei UI Light" panose="020B0304030504040204" pitchFamily="34" charset="-12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Auteur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5A597E1-3009-48E1-9457-F92B91D5A0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18166" y="3722116"/>
            <a:ext cx="1798476" cy="177409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53EAAB75-9388-4638-946D-6308E24A49E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313798" y="2155682"/>
            <a:ext cx="1798476" cy="1780186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0C85D9BF-F0AD-4F32-AC4F-F812981A20E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91521" y="215000"/>
            <a:ext cx="185944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743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25" descr="Résultat de recherche d'images pour &quot;supinfo&quot;">
            <a:extLst>
              <a:ext uri="{FF2B5EF4-FFF2-40B4-BE49-F238E27FC236}">
                <a16:creationId xmlns:a16="http://schemas.microsoft.com/office/drawing/2014/main" id="{481AF9CA-879A-4F35-A040-9B105226EB1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637" y="0"/>
            <a:ext cx="4003200" cy="1989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B1C8FC9-8BA4-40CF-A1C5-C848CA28A6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dirty="0" err="1"/>
              <a:t>TimeLine</a:t>
            </a:r>
            <a:endParaRPr lang="fr-FR" dirty="0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689F8D94-9FD6-4349-A6C1-970E8DDBF5DE}"/>
              </a:ext>
            </a:extLst>
          </p:cNvPr>
          <p:cNvCxnSpPr>
            <a:cxnSpLocks/>
            <a:stCxn id="10" idx="6"/>
            <a:endCxn id="11" idx="2"/>
          </p:cNvCxnSpPr>
          <p:nvPr userDrawn="1"/>
        </p:nvCxnSpPr>
        <p:spPr>
          <a:xfrm flipV="1">
            <a:off x="1301934" y="3777129"/>
            <a:ext cx="9567772" cy="8730"/>
          </a:xfrm>
          <a:prstGeom prst="line">
            <a:avLst/>
          </a:prstGeom>
          <a:ln w="38100">
            <a:solidFill>
              <a:srgbClr val="04295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Ellipse 9">
            <a:extLst>
              <a:ext uri="{FF2B5EF4-FFF2-40B4-BE49-F238E27FC236}">
                <a16:creationId xmlns:a16="http://schemas.microsoft.com/office/drawing/2014/main" id="{17096BF4-8047-40AA-BB58-C06440CED3C8}"/>
              </a:ext>
            </a:extLst>
          </p:cNvPr>
          <p:cNvSpPr/>
          <p:nvPr userDrawn="1"/>
        </p:nvSpPr>
        <p:spPr>
          <a:xfrm>
            <a:off x="333746" y="3303261"/>
            <a:ext cx="968188" cy="965195"/>
          </a:xfrm>
          <a:prstGeom prst="ellipse">
            <a:avLst/>
          </a:prstGeom>
          <a:ln w="28575">
            <a:solidFill>
              <a:srgbClr val="04295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 dirty="0">
              <a:solidFill>
                <a:srgbClr val="374767"/>
              </a:solidFill>
              <a:latin typeface="+mj-lt"/>
              <a:ea typeface="Microsoft JhengHei UI Light" panose="020B0304030504040204" pitchFamily="34" charset="-120"/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B87DA8B4-0D87-4C02-A70D-1BDF1C83F78B}"/>
              </a:ext>
            </a:extLst>
          </p:cNvPr>
          <p:cNvSpPr/>
          <p:nvPr userDrawn="1"/>
        </p:nvSpPr>
        <p:spPr>
          <a:xfrm>
            <a:off x="10869706" y="3294531"/>
            <a:ext cx="968188" cy="965195"/>
          </a:xfrm>
          <a:prstGeom prst="ellipse">
            <a:avLst/>
          </a:prstGeom>
          <a:ln w="28575">
            <a:solidFill>
              <a:srgbClr val="04295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b="1" dirty="0">
              <a:solidFill>
                <a:srgbClr val="374767"/>
              </a:solidFill>
              <a:latin typeface="Microsoft JhengHei UI Light" panose="020B0304030504040204" pitchFamily="34" charset="-120"/>
              <a:ea typeface="Microsoft JhengHei UI Light" panose="020B0304030504040204" pitchFamily="34" charset="-120"/>
            </a:endParaRPr>
          </a:p>
        </p:txBody>
      </p:sp>
      <p:sp>
        <p:nvSpPr>
          <p:cNvPr id="20" name="Espace réservé du texte 19" title="Start">
            <a:extLst>
              <a:ext uri="{FF2B5EF4-FFF2-40B4-BE49-F238E27FC236}">
                <a16:creationId xmlns:a16="http://schemas.microsoft.com/office/drawing/2014/main" id="{D2028445-D0FA-4A21-9773-6E9598883FF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4894" y="3597696"/>
            <a:ext cx="1265891" cy="381510"/>
          </a:xfrm>
          <a:prstGeom prst="rect">
            <a:avLst/>
          </a:prstGeom>
        </p:spPr>
        <p:txBody>
          <a:bodyPr/>
          <a:lstStyle>
            <a:lvl1pPr algn="l">
              <a:defRPr lang="fr-FR" sz="1800" b="1" kern="1200" dirty="0">
                <a:solidFill>
                  <a:srgbClr val="374767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+mn-cs"/>
              </a:defRPr>
            </a:lvl1pPr>
          </a:lstStyle>
          <a:p>
            <a:pPr lvl="0"/>
            <a:r>
              <a:rPr lang="fr-FR" dirty="0"/>
              <a:t>Start</a:t>
            </a:r>
          </a:p>
        </p:txBody>
      </p:sp>
      <p:sp>
        <p:nvSpPr>
          <p:cNvPr id="22" name="Espace réservé du texte 19">
            <a:extLst>
              <a:ext uri="{FF2B5EF4-FFF2-40B4-BE49-F238E27FC236}">
                <a16:creationId xmlns:a16="http://schemas.microsoft.com/office/drawing/2014/main" id="{513D7D21-A080-4632-9428-07E303D9B9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20854" y="3586373"/>
            <a:ext cx="1265891" cy="381510"/>
          </a:xfrm>
          <a:prstGeom prst="rect">
            <a:avLst/>
          </a:prstGeom>
        </p:spPr>
        <p:txBody>
          <a:bodyPr/>
          <a:lstStyle>
            <a:lvl1pPr algn="l">
              <a:defRPr lang="fr-FR" sz="1800" b="1" kern="1200" dirty="0">
                <a:solidFill>
                  <a:srgbClr val="374767"/>
                </a:solidFill>
                <a:latin typeface="+mj-lt"/>
                <a:ea typeface="Microsoft JhengHei UI Light" panose="020B0304030504040204" pitchFamily="34" charset="-120"/>
                <a:cs typeface="+mn-cs"/>
              </a:defRPr>
            </a:lvl1pPr>
          </a:lstStyle>
          <a:p>
            <a:pPr lvl="0"/>
            <a:r>
              <a:rPr lang="fr-FR" dirty="0"/>
              <a:t>End</a:t>
            </a:r>
          </a:p>
        </p:txBody>
      </p: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BCCFB299-2BFF-41F6-B9CB-91A3F2A60976}"/>
              </a:ext>
            </a:extLst>
          </p:cNvPr>
          <p:cNvGrpSpPr/>
          <p:nvPr userDrawn="1"/>
        </p:nvGrpSpPr>
        <p:grpSpPr>
          <a:xfrm>
            <a:off x="2052585" y="2228103"/>
            <a:ext cx="180000" cy="1650211"/>
            <a:chOff x="3782753" y="2043954"/>
            <a:chExt cx="180000" cy="1650211"/>
          </a:xfrm>
        </p:grpSpPr>
        <p:cxnSp>
          <p:nvCxnSpPr>
            <p:cNvPr id="36" name="Connecteur droit 35">
              <a:extLst>
                <a:ext uri="{FF2B5EF4-FFF2-40B4-BE49-F238E27FC236}">
                  <a16:creationId xmlns:a16="http://schemas.microsoft.com/office/drawing/2014/main" id="{96FD7D59-F8BB-4D79-B97A-F33A7FD51DCD}"/>
                </a:ext>
              </a:extLst>
            </p:cNvPr>
            <p:cNvCxnSpPr>
              <a:cxnSpLocks/>
              <a:endCxn id="37" idx="0"/>
            </p:cNvCxnSpPr>
            <p:nvPr userDrawn="1"/>
          </p:nvCxnSpPr>
          <p:spPr>
            <a:xfrm>
              <a:off x="3872753" y="2043954"/>
              <a:ext cx="0" cy="147021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B6259F43-1A23-47DF-BCE1-43C85BB5365B}"/>
                </a:ext>
              </a:extLst>
            </p:cNvPr>
            <p:cNvSpPr/>
            <p:nvPr userDrawn="1"/>
          </p:nvSpPr>
          <p:spPr>
            <a:xfrm>
              <a:off x="3782753" y="3514165"/>
              <a:ext cx="180000" cy="1800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42" name="Espace réservé du texte 41">
            <a:extLst>
              <a:ext uri="{FF2B5EF4-FFF2-40B4-BE49-F238E27FC236}">
                <a16:creationId xmlns:a16="http://schemas.microsoft.com/office/drawing/2014/main" id="{4610B2D6-A848-492B-A244-7D552B5F56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71918" y="2228102"/>
            <a:ext cx="2114500" cy="295005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>
              <a:defRPr sz="1400" baseline="0">
                <a:solidFill>
                  <a:srgbClr val="042956"/>
                </a:solidFill>
                <a:latin typeface="+mj-lt"/>
                <a:ea typeface="Microsoft JhengHei UI Light" panose="020B0304030504040204" pitchFamily="34" charset="-120"/>
              </a:defRPr>
            </a:lvl1pPr>
          </a:lstStyle>
          <a:p>
            <a:pPr lvl="0"/>
            <a:r>
              <a:rPr lang="fr-FR" dirty="0"/>
              <a:t>Events</a:t>
            </a:r>
          </a:p>
        </p:txBody>
      </p:sp>
      <p:grpSp>
        <p:nvGrpSpPr>
          <p:cNvPr id="46" name="Groupe 45">
            <a:extLst>
              <a:ext uri="{FF2B5EF4-FFF2-40B4-BE49-F238E27FC236}">
                <a16:creationId xmlns:a16="http://schemas.microsoft.com/office/drawing/2014/main" id="{7F8990B2-5BB6-44A4-8E9D-D1F320C5CC27}"/>
              </a:ext>
            </a:extLst>
          </p:cNvPr>
          <p:cNvGrpSpPr/>
          <p:nvPr userDrawn="1"/>
        </p:nvGrpSpPr>
        <p:grpSpPr>
          <a:xfrm>
            <a:off x="7435659" y="2228104"/>
            <a:ext cx="180000" cy="1650211"/>
            <a:chOff x="3782753" y="2043954"/>
            <a:chExt cx="180000" cy="1650211"/>
          </a:xfrm>
        </p:grpSpPr>
        <p:cxnSp>
          <p:nvCxnSpPr>
            <p:cNvPr id="47" name="Connecteur droit 46">
              <a:extLst>
                <a:ext uri="{FF2B5EF4-FFF2-40B4-BE49-F238E27FC236}">
                  <a16:creationId xmlns:a16="http://schemas.microsoft.com/office/drawing/2014/main" id="{9C857DA0-B9D8-4D62-A56F-D4507C3A536F}"/>
                </a:ext>
              </a:extLst>
            </p:cNvPr>
            <p:cNvCxnSpPr>
              <a:cxnSpLocks/>
              <a:endCxn id="48" idx="0"/>
            </p:cNvCxnSpPr>
            <p:nvPr userDrawn="1"/>
          </p:nvCxnSpPr>
          <p:spPr>
            <a:xfrm>
              <a:off x="3872753" y="2043954"/>
              <a:ext cx="0" cy="147021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Ellipse 47">
              <a:extLst>
                <a:ext uri="{FF2B5EF4-FFF2-40B4-BE49-F238E27FC236}">
                  <a16:creationId xmlns:a16="http://schemas.microsoft.com/office/drawing/2014/main" id="{01AA9E55-2751-4D76-85E6-3211B8E6057A}"/>
                </a:ext>
              </a:extLst>
            </p:cNvPr>
            <p:cNvSpPr/>
            <p:nvPr userDrawn="1"/>
          </p:nvSpPr>
          <p:spPr>
            <a:xfrm>
              <a:off x="3782753" y="3514165"/>
              <a:ext cx="180000" cy="1800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49" name="Espace réservé du texte 41">
            <a:extLst>
              <a:ext uri="{FF2B5EF4-FFF2-40B4-BE49-F238E27FC236}">
                <a16:creationId xmlns:a16="http://schemas.microsoft.com/office/drawing/2014/main" id="{B7D1FCAC-4CB8-4B51-BDA2-C0B819F20B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54992" y="2228103"/>
            <a:ext cx="2114500" cy="295005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>
              <a:defRPr sz="1400" baseline="0">
                <a:solidFill>
                  <a:srgbClr val="042956"/>
                </a:solidFill>
                <a:latin typeface="+mj-lt"/>
                <a:ea typeface="Microsoft JhengHei UI Light" panose="020B0304030504040204" pitchFamily="34" charset="-120"/>
              </a:defRPr>
            </a:lvl1pPr>
          </a:lstStyle>
          <a:p>
            <a:pPr lvl="0"/>
            <a:r>
              <a:rPr lang="fr-FR" dirty="0"/>
              <a:t>Events</a:t>
            </a:r>
          </a:p>
        </p:txBody>
      </p:sp>
      <p:cxnSp>
        <p:nvCxnSpPr>
          <p:cNvPr id="51" name="Connecteur droit 50">
            <a:extLst>
              <a:ext uri="{FF2B5EF4-FFF2-40B4-BE49-F238E27FC236}">
                <a16:creationId xmlns:a16="http://schemas.microsoft.com/office/drawing/2014/main" id="{42052993-8765-411C-BBBF-E6474D35680F}"/>
              </a:ext>
            </a:extLst>
          </p:cNvPr>
          <p:cNvCxnSpPr>
            <a:cxnSpLocks/>
            <a:endCxn id="52" idx="0"/>
          </p:cNvCxnSpPr>
          <p:nvPr userDrawn="1"/>
        </p:nvCxnSpPr>
        <p:spPr>
          <a:xfrm>
            <a:off x="4126749" y="2780579"/>
            <a:ext cx="0" cy="9177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lipse 51">
            <a:extLst>
              <a:ext uri="{FF2B5EF4-FFF2-40B4-BE49-F238E27FC236}">
                <a16:creationId xmlns:a16="http://schemas.microsoft.com/office/drawing/2014/main" id="{50E44BED-AFDC-47EC-A197-3983DF2C4D76}"/>
              </a:ext>
            </a:extLst>
          </p:cNvPr>
          <p:cNvSpPr/>
          <p:nvPr userDrawn="1"/>
        </p:nvSpPr>
        <p:spPr>
          <a:xfrm>
            <a:off x="4036749" y="3698315"/>
            <a:ext cx="180000" cy="180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3" name="Espace réservé du texte 41">
            <a:extLst>
              <a:ext uri="{FF2B5EF4-FFF2-40B4-BE49-F238E27FC236}">
                <a16:creationId xmlns:a16="http://schemas.microsoft.com/office/drawing/2014/main" id="{C8DECA9C-0005-4777-B0C2-597935C01DC5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3856082" y="2778181"/>
            <a:ext cx="2114500" cy="295005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>
              <a:defRPr sz="1400" baseline="0">
                <a:solidFill>
                  <a:srgbClr val="042956"/>
                </a:solidFill>
                <a:latin typeface="+mj-lt"/>
                <a:ea typeface="Microsoft JhengHei UI Light" panose="020B0304030504040204" pitchFamily="34" charset="-120"/>
              </a:defRPr>
            </a:lvl1pPr>
          </a:lstStyle>
          <a:p>
            <a:pPr lvl="0"/>
            <a:r>
              <a:rPr lang="fr-FR" dirty="0"/>
              <a:t>Events</a:t>
            </a:r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D9886F0-FD4A-4ECA-9BFA-7FDEE10E3C2E}"/>
              </a:ext>
            </a:extLst>
          </p:cNvPr>
          <p:cNvCxnSpPr>
            <a:cxnSpLocks/>
          </p:cNvCxnSpPr>
          <p:nvPr userDrawn="1"/>
        </p:nvCxnSpPr>
        <p:spPr>
          <a:xfrm flipV="1">
            <a:off x="8635884" y="3777129"/>
            <a:ext cx="0" cy="7663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llipse 55">
            <a:extLst>
              <a:ext uri="{FF2B5EF4-FFF2-40B4-BE49-F238E27FC236}">
                <a16:creationId xmlns:a16="http://schemas.microsoft.com/office/drawing/2014/main" id="{627452D4-5F31-406A-94A7-317119635FE2}"/>
              </a:ext>
            </a:extLst>
          </p:cNvPr>
          <p:cNvSpPr/>
          <p:nvPr userDrawn="1"/>
        </p:nvSpPr>
        <p:spPr>
          <a:xfrm>
            <a:off x="8545884" y="3687128"/>
            <a:ext cx="180000" cy="180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Espace réservé du texte 41">
            <a:extLst>
              <a:ext uri="{FF2B5EF4-FFF2-40B4-BE49-F238E27FC236}">
                <a16:creationId xmlns:a16="http://schemas.microsoft.com/office/drawing/2014/main" id="{57E1F2A2-1F61-4106-A8EF-3452C4BF42D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55692" y="4249445"/>
            <a:ext cx="2114500" cy="295005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>
              <a:defRPr sz="1400" baseline="0">
                <a:solidFill>
                  <a:srgbClr val="042956"/>
                </a:solidFill>
                <a:latin typeface="+mj-lt"/>
                <a:ea typeface="Microsoft JhengHei UI Light" panose="020B0304030504040204" pitchFamily="34" charset="-120"/>
              </a:defRPr>
            </a:lvl1pPr>
          </a:lstStyle>
          <a:p>
            <a:pPr lvl="0"/>
            <a:r>
              <a:rPr lang="fr-FR" dirty="0"/>
              <a:t>Events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6F575BFF-44E4-44BF-9917-5A6E61C79802}"/>
              </a:ext>
            </a:extLst>
          </p:cNvPr>
          <p:cNvGrpSpPr/>
          <p:nvPr userDrawn="1"/>
        </p:nvGrpSpPr>
        <p:grpSpPr>
          <a:xfrm rot="10800000">
            <a:off x="4852935" y="3695859"/>
            <a:ext cx="180000" cy="1650211"/>
            <a:chOff x="3782753" y="2043954"/>
            <a:chExt cx="180000" cy="1650211"/>
          </a:xfrm>
        </p:grpSpPr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243F3860-AEF0-4A2C-9C71-D95C751FCB02}"/>
                </a:ext>
              </a:extLst>
            </p:cNvPr>
            <p:cNvCxnSpPr>
              <a:cxnSpLocks/>
              <a:endCxn id="62" idx="0"/>
            </p:cNvCxnSpPr>
            <p:nvPr userDrawn="1"/>
          </p:nvCxnSpPr>
          <p:spPr>
            <a:xfrm>
              <a:off x="3872753" y="2043954"/>
              <a:ext cx="0" cy="147021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Ellipse 61">
              <a:extLst>
                <a:ext uri="{FF2B5EF4-FFF2-40B4-BE49-F238E27FC236}">
                  <a16:creationId xmlns:a16="http://schemas.microsoft.com/office/drawing/2014/main" id="{1ED2F890-CA32-463E-B064-ECFE3B2343BF}"/>
                </a:ext>
              </a:extLst>
            </p:cNvPr>
            <p:cNvSpPr/>
            <p:nvPr userDrawn="1"/>
          </p:nvSpPr>
          <p:spPr>
            <a:xfrm>
              <a:off x="3782753" y="3514165"/>
              <a:ext cx="180000" cy="1800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63" name="Espace réservé du texte 41">
            <a:extLst>
              <a:ext uri="{FF2B5EF4-FFF2-40B4-BE49-F238E27FC236}">
                <a16:creationId xmlns:a16="http://schemas.microsoft.com/office/drawing/2014/main" id="{FA7FB728-B3B9-457D-A661-0C1B5354AA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4648" y="5051065"/>
            <a:ext cx="2114500" cy="295005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>
              <a:defRPr sz="1400" baseline="0">
                <a:solidFill>
                  <a:srgbClr val="042956"/>
                </a:solidFill>
                <a:latin typeface="+mj-lt"/>
                <a:ea typeface="Microsoft JhengHei UI Light" panose="020B0304030504040204" pitchFamily="34" charset="-120"/>
              </a:defRPr>
            </a:lvl1pPr>
          </a:lstStyle>
          <a:p>
            <a:pPr lvl="0"/>
            <a:r>
              <a:rPr lang="fr-FR" dirty="0"/>
              <a:t>Events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BFB1CD8-BF37-4DD6-9EFB-C56A12F4937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81563" y="215000"/>
            <a:ext cx="173751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579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Box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5" descr="Résultat de recherche d'images pour &quot;supinfo&quot;">
            <a:extLst>
              <a:ext uri="{FF2B5EF4-FFF2-40B4-BE49-F238E27FC236}">
                <a16:creationId xmlns:a16="http://schemas.microsoft.com/office/drawing/2014/main" id="{F2E97A21-F580-40D2-989E-1965DB4D1D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637" y="0"/>
            <a:ext cx="4003200" cy="1989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B1C8FC9-8BA4-40CF-A1C5-C848CA28A6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dirty="0"/>
              <a:t>Titre du slide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900870CE-1543-4047-8288-27E4B92ADB5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19250" y="2024063"/>
            <a:ext cx="3667125" cy="409575"/>
          </a:xfrm>
          <a:prstGeom prst="rect">
            <a:avLst/>
          </a:prstGeom>
          <a:solidFill>
            <a:srgbClr val="042956"/>
          </a:solidFill>
        </p:spPr>
        <p:txBody>
          <a:bodyPr wrap="none" lIns="46800" rIns="46800" anchor="ctr">
            <a:noAutofit/>
          </a:bodyPr>
          <a:lstStyle>
            <a:lvl1pPr marL="0" indent="0" algn="l">
              <a:defRPr sz="2400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</a:defRPr>
            </a:lvl1pPr>
          </a:lstStyle>
          <a:p>
            <a:pPr lvl="0"/>
            <a:r>
              <a:rPr lang="fr-FR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Texte 1</a:t>
            </a:r>
            <a:endParaRPr lang="fr-FR" dirty="0"/>
          </a:p>
        </p:txBody>
      </p:sp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41C6DA6E-E6DA-464E-83E7-B83BB9F89F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05625" y="2024063"/>
            <a:ext cx="3667125" cy="409575"/>
          </a:xfrm>
          <a:prstGeom prst="rect">
            <a:avLst/>
          </a:prstGeom>
          <a:solidFill>
            <a:srgbClr val="042956"/>
          </a:solidFill>
        </p:spPr>
        <p:txBody>
          <a:bodyPr wrap="none" lIns="46800" rIns="46800" anchor="ctr">
            <a:noAutofit/>
          </a:bodyPr>
          <a:lstStyle>
            <a:lvl1pPr marL="0" indent="0" algn="l">
              <a:defRPr sz="2400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</a:defRPr>
            </a:lvl1pPr>
          </a:lstStyle>
          <a:p>
            <a:pPr lvl="0"/>
            <a:r>
              <a:rPr lang="fr-FR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Texte 2</a:t>
            </a:r>
            <a:endParaRPr lang="fr-FR" dirty="0"/>
          </a:p>
        </p:txBody>
      </p:sp>
      <p:sp>
        <p:nvSpPr>
          <p:cNvPr id="11" name="Espace réservé du texte 8">
            <a:extLst>
              <a:ext uri="{FF2B5EF4-FFF2-40B4-BE49-F238E27FC236}">
                <a16:creationId xmlns:a16="http://schemas.microsoft.com/office/drawing/2014/main" id="{2F0DF541-53ED-436F-9778-43C1F40FF8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05624" y="4094643"/>
            <a:ext cx="3667125" cy="409575"/>
          </a:xfrm>
          <a:prstGeom prst="rect">
            <a:avLst/>
          </a:prstGeom>
          <a:solidFill>
            <a:srgbClr val="042956"/>
          </a:solidFill>
        </p:spPr>
        <p:txBody>
          <a:bodyPr wrap="none" lIns="46800" rIns="46800" anchor="ctr">
            <a:noAutofit/>
          </a:bodyPr>
          <a:lstStyle>
            <a:lvl1pPr marL="0" indent="0" algn="l">
              <a:defRPr sz="2400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</a:defRPr>
            </a:lvl1pPr>
          </a:lstStyle>
          <a:p>
            <a:pPr lvl="0"/>
            <a:r>
              <a:rPr lang="fr-FR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Texte 4</a:t>
            </a:r>
            <a:endParaRPr lang="fr-FR" dirty="0"/>
          </a:p>
        </p:txBody>
      </p:sp>
      <p:sp>
        <p:nvSpPr>
          <p:cNvPr id="12" name="Espace réservé du texte 8">
            <a:extLst>
              <a:ext uri="{FF2B5EF4-FFF2-40B4-BE49-F238E27FC236}">
                <a16:creationId xmlns:a16="http://schemas.microsoft.com/office/drawing/2014/main" id="{3DA0F37F-88D8-470C-B341-D007AE02FD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19249" y="4094643"/>
            <a:ext cx="3667125" cy="409575"/>
          </a:xfrm>
          <a:prstGeom prst="rect">
            <a:avLst/>
          </a:prstGeom>
          <a:solidFill>
            <a:srgbClr val="042956"/>
          </a:solidFill>
        </p:spPr>
        <p:txBody>
          <a:bodyPr wrap="none" lIns="46800" rIns="46800" anchor="ctr">
            <a:noAutofit/>
          </a:bodyPr>
          <a:lstStyle>
            <a:lvl1pPr marL="0" indent="0" algn="l">
              <a:defRPr sz="2400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</a:defRPr>
            </a:lvl1pPr>
          </a:lstStyle>
          <a:p>
            <a:pPr lvl="0"/>
            <a:r>
              <a:rPr lang="fr-FR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Texte 3</a:t>
            </a:r>
            <a:endParaRPr lang="fr-FR" dirty="0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A25FB4EA-82C3-4BA4-B09A-C6044AD8F4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19250" y="2511425"/>
            <a:ext cx="3667125" cy="1435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just">
              <a:defRPr sz="2000">
                <a:solidFill>
                  <a:srgbClr val="374767"/>
                </a:solidFill>
                <a:latin typeface="+mj-lt"/>
                <a:ea typeface="Microsoft JhengHei UI Light" panose="020B0304030504040204" pitchFamily="34" charset="-120"/>
              </a:defRPr>
            </a:lvl1pPr>
          </a:lstStyle>
          <a:p>
            <a:pPr lvl="0"/>
            <a:r>
              <a:rPr lang="fr-FR" dirty="0"/>
              <a:t>Sous texte 1</a:t>
            </a:r>
          </a:p>
        </p:txBody>
      </p:sp>
      <p:sp>
        <p:nvSpPr>
          <p:cNvPr id="15" name="Espace réservé du texte 13">
            <a:extLst>
              <a:ext uri="{FF2B5EF4-FFF2-40B4-BE49-F238E27FC236}">
                <a16:creationId xmlns:a16="http://schemas.microsoft.com/office/drawing/2014/main" id="{16DCF2F8-4842-4D18-A05A-0F191282371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05623" y="2511425"/>
            <a:ext cx="3667125" cy="1435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just">
              <a:defRPr sz="2000">
                <a:solidFill>
                  <a:srgbClr val="374767"/>
                </a:solidFill>
                <a:latin typeface="+mj-lt"/>
                <a:ea typeface="Microsoft JhengHei UI Light" panose="020B0304030504040204" pitchFamily="34" charset="-120"/>
              </a:defRPr>
            </a:lvl1pPr>
          </a:lstStyle>
          <a:p>
            <a:pPr lvl="0"/>
            <a:r>
              <a:rPr lang="fr-FR" dirty="0"/>
              <a:t>Sous texte 2</a:t>
            </a:r>
          </a:p>
        </p:txBody>
      </p:sp>
      <p:sp>
        <p:nvSpPr>
          <p:cNvPr id="16" name="Espace réservé du texte 13">
            <a:extLst>
              <a:ext uri="{FF2B5EF4-FFF2-40B4-BE49-F238E27FC236}">
                <a16:creationId xmlns:a16="http://schemas.microsoft.com/office/drawing/2014/main" id="{249AC2A8-7533-4D89-B0C3-E15BC7E9E83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19250" y="4601536"/>
            <a:ext cx="3667125" cy="1435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just">
              <a:defRPr sz="2000">
                <a:solidFill>
                  <a:srgbClr val="374767"/>
                </a:solidFill>
                <a:latin typeface="+mj-lt"/>
                <a:ea typeface="Microsoft JhengHei UI Light" panose="020B0304030504040204" pitchFamily="34" charset="-120"/>
              </a:defRPr>
            </a:lvl1pPr>
          </a:lstStyle>
          <a:p>
            <a:pPr lvl="0"/>
            <a:r>
              <a:rPr lang="fr-FR" dirty="0"/>
              <a:t>Sous texte 3</a:t>
            </a:r>
          </a:p>
        </p:txBody>
      </p:sp>
      <p:sp>
        <p:nvSpPr>
          <p:cNvPr id="17" name="Espace réservé du texte 13">
            <a:extLst>
              <a:ext uri="{FF2B5EF4-FFF2-40B4-BE49-F238E27FC236}">
                <a16:creationId xmlns:a16="http://schemas.microsoft.com/office/drawing/2014/main" id="{B7736A06-7A93-4E02-A1BD-EE1793997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05623" y="4601536"/>
            <a:ext cx="3667125" cy="1435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just">
              <a:defRPr sz="2000">
                <a:solidFill>
                  <a:srgbClr val="374767"/>
                </a:solidFill>
                <a:latin typeface="+mj-lt"/>
                <a:ea typeface="Microsoft JhengHei UI Light" panose="020B0304030504040204" pitchFamily="34" charset="-120"/>
              </a:defRPr>
            </a:lvl1pPr>
          </a:lstStyle>
          <a:p>
            <a:pPr lvl="0"/>
            <a:r>
              <a:rPr lang="fr-FR" dirty="0"/>
              <a:t>Sous texte 4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3F141E0-4760-438D-9B60-50DA88FB4A8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54307" y="249973"/>
            <a:ext cx="185944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078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es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5" descr="Résultat de recherche d'images pour &quot;supinfo&quot;">
            <a:extLst>
              <a:ext uri="{FF2B5EF4-FFF2-40B4-BE49-F238E27FC236}">
                <a16:creationId xmlns:a16="http://schemas.microsoft.com/office/drawing/2014/main" id="{63BFA981-7A07-4B11-B3DA-58CA5E2487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637" y="0"/>
            <a:ext cx="4003200" cy="1989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B1C8FC9-8BA4-40CF-A1C5-C848CA28A6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dirty="0"/>
              <a:t>Titre du slide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9855A75-B869-4FF6-82B6-19044006520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82867" y="2132608"/>
            <a:ext cx="1255885" cy="1255885"/>
          </a:xfrm>
          <a:prstGeom prst="rect">
            <a:avLst/>
          </a:prstGeom>
        </p:spPr>
      </p:pic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9FC837A6-3F2A-4233-94F1-491C5B3BCE5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70154" y="3830416"/>
            <a:ext cx="2881313" cy="17319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defRPr sz="2400">
                <a:solidFill>
                  <a:srgbClr val="374767"/>
                </a:solidFill>
                <a:latin typeface="+mj-lt"/>
                <a:ea typeface="Microsoft JhengHei UI Light" panose="020B0304030504040204" pitchFamily="34" charset="-12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21" name="Espace réservé du texte 7">
            <a:extLst>
              <a:ext uri="{FF2B5EF4-FFF2-40B4-BE49-F238E27FC236}">
                <a16:creationId xmlns:a16="http://schemas.microsoft.com/office/drawing/2014/main" id="{388D30CD-8385-4433-A752-48E24669C7F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9144" y="3830415"/>
            <a:ext cx="2881313" cy="17319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defRPr sz="2400">
                <a:solidFill>
                  <a:srgbClr val="374767"/>
                </a:solidFill>
                <a:latin typeface="+mj-lt"/>
                <a:ea typeface="Microsoft JhengHei UI Light" panose="020B0304030504040204" pitchFamily="34" charset="-12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22" name="Espace réservé du texte 7">
            <a:extLst>
              <a:ext uri="{FF2B5EF4-FFF2-40B4-BE49-F238E27FC236}">
                <a16:creationId xmlns:a16="http://schemas.microsoft.com/office/drawing/2014/main" id="{6693F12C-654C-4B88-8375-CA23F62BFF2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988134" y="3830414"/>
            <a:ext cx="2881313" cy="17319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defRPr sz="2400">
                <a:solidFill>
                  <a:srgbClr val="374767"/>
                </a:solidFill>
                <a:latin typeface="+mj-lt"/>
                <a:ea typeface="Microsoft JhengHei UI Light" panose="020B0304030504040204" pitchFamily="34" charset="-120"/>
              </a:defRPr>
            </a:lvl1pPr>
          </a:lstStyle>
          <a:p>
            <a:pPr lvl="0"/>
            <a:endParaRPr lang="fr-FR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BD27D95D-ED55-4A80-9613-07CD0A8558F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54307" y="249973"/>
            <a:ext cx="1859441" cy="1774090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64A599C4-D24D-425F-A12F-19F426DC6F3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91864" y="2132607"/>
            <a:ext cx="1255885" cy="1255885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3A66471B-4BE5-4811-A903-0C0B25E77C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96591" y="2125520"/>
            <a:ext cx="1255885" cy="125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195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1/2_Text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5" descr="Résultat de recherche d'images pour &quot;supinfo&quot;">
            <a:extLst>
              <a:ext uri="{FF2B5EF4-FFF2-40B4-BE49-F238E27FC236}">
                <a16:creationId xmlns:a16="http://schemas.microsoft.com/office/drawing/2014/main" id="{5927DF2E-DCAD-4413-B785-FADE562071B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637" y="0"/>
            <a:ext cx="4003200" cy="1989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7F7C35BE-E2A2-4B24-9263-20736925931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202231" y="745880"/>
            <a:ext cx="4541874" cy="5209952"/>
          </a:xfrm>
          <a:prstGeom prst="rect">
            <a:avLst/>
          </a:prstGeom>
          <a:ln w="12700">
            <a:solidFill>
              <a:srgbClr val="374767"/>
            </a:solidFill>
          </a:ln>
        </p:spPr>
        <p:txBody>
          <a:bodyPr anchor="ctr"/>
          <a:lstStyle>
            <a:lvl1pPr algn="ctr">
              <a:defRPr/>
            </a:lvl1pPr>
          </a:lstStyle>
          <a:p>
            <a:r>
              <a:rPr lang="fr-FR" dirty="0"/>
              <a:t>Insérer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B1C8FC9-8BA4-40CF-A1C5-C848CA28A6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dirty="0"/>
              <a:t>Titre du slide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FAA54B54-4EDF-41F4-915B-56AA55D06D8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99667" y="1858814"/>
            <a:ext cx="5593205" cy="118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defRPr lang="fr-FR" sz="2800" b="0" kern="1200" dirty="0">
                <a:solidFill>
                  <a:srgbClr val="374767"/>
                </a:solidFill>
                <a:latin typeface="+mj-lt"/>
                <a:ea typeface="Microsoft JhengHei UI Light" panose="020B0304030504040204" pitchFamily="34" charset="-120"/>
                <a:cs typeface="+mn-cs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14" name="Espace réservé du texte 12">
            <a:extLst>
              <a:ext uri="{FF2B5EF4-FFF2-40B4-BE49-F238E27FC236}">
                <a16:creationId xmlns:a16="http://schemas.microsoft.com/office/drawing/2014/main" id="{1A22A5A6-F988-4179-B7C9-F84FF24E37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99666" y="3318983"/>
            <a:ext cx="5593205" cy="118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defRPr lang="fr-FR" sz="2800" b="0" kern="1200" dirty="0">
                <a:solidFill>
                  <a:srgbClr val="374767"/>
                </a:solidFill>
                <a:latin typeface="+mj-lt"/>
                <a:ea typeface="Microsoft JhengHei UI Light" panose="020B0304030504040204" pitchFamily="34" charset="-120"/>
                <a:cs typeface="+mn-cs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15" name="Espace réservé du texte 12">
            <a:extLst>
              <a:ext uri="{FF2B5EF4-FFF2-40B4-BE49-F238E27FC236}">
                <a16:creationId xmlns:a16="http://schemas.microsoft.com/office/drawing/2014/main" id="{0B3B0339-EF52-4AAD-8953-1995B1FD92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199666" y="4779152"/>
            <a:ext cx="5593205" cy="118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defRPr lang="fr-FR" sz="2800" b="0" kern="1200" dirty="0">
                <a:solidFill>
                  <a:srgbClr val="374767"/>
                </a:solidFill>
                <a:latin typeface="+mj-lt"/>
                <a:ea typeface="Microsoft JhengHei UI Light" panose="020B0304030504040204" pitchFamily="34" charset="-120"/>
                <a:cs typeface="+mn-cs"/>
              </a:defRPr>
            </a:lvl1pPr>
          </a:lstStyle>
          <a:p>
            <a:pPr lvl="0"/>
            <a:endParaRPr lang="fr-FR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7665BF8C-6ED2-4373-B8FC-A8221538C76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54307" y="249973"/>
            <a:ext cx="1859441" cy="177409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B0E8B5F7-74D6-4117-B1AD-95F6FDFA1D6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57160" y="1980565"/>
            <a:ext cx="1042506" cy="969348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1AD77F3C-93EE-4FE1-A3F4-9933968FE4A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57160" y="3474796"/>
            <a:ext cx="1042506" cy="969348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437C8E48-D308-471B-A00E-4CADCB537AC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57160" y="4917396"/>
            <a:ext cx="1042506" cy="969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934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5" descr="Résultat de recherche d'images pour &quot;supinfo&quot;">
            <a:extLst>
              <a:ext uri="{FF2B5EF4-FFF2-40B4-BE49-F238E27FC236}">
                <a16:creationId xmlns:a16="http://schemas.microsoft.com/office/drawing/2014/main" id="{ACF35C5B-84B9-4778-8722-9515E6893C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637" y="0"/>
            <a:ext cx="4003200" cy="1989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B1C8FC9-8BA4-40CF-A1C5-C848CA28A6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dirty="0"/>
              <a:t>Titre du slide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69B693A5-D0CC-4FF0-A074-582D375050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55663" y="1758950"/>
            <a:ext cx="10558462" cy="44878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defRPr sz="1800">
                <a:latin typeface="Lucida Console" panose="020B0609040504020204" pitchFamily="49" charset="0"/>
              </a:defRPr>
            </a:lvl1pPr>
          </a:lstStyle>
          <a:p>
            <a:pPr lvl="0"/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F313D1B-D941-4906-9AA8-A7D7C8877EC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04540" y="107500"/>
            <a:ext cx="1920406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304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dCl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5" descr="Résultat de recherche d'images pour &quot;supinfo&quot;">
            <a:extLst>
              <a:ext uri="{FF2B5EF4-FFF2-40B4-BE49-F238E27FC236}">
                <a16:creationId xmlns:a16="http://schemas.microsoft.com/office/drawing/2014/main" id="{89A73614-6DA6-4B69-B168-71262490AE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637" y="0"/>
            <a:ext cx="4003200" cy="1989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B1C8FC9-8BA4-40CF-A1C5-C848CA28A6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dirty="0"/>
              <a:t>Titre du slide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2E628F7D-30BB-4202-8ADB-A61EB51555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1592" y="4171837"/>
            <a:ext cx="2678777" cy="5355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defRPr sz="3200">
                <a:solidFill>
                  <a:srgbClr val="042956"/>
                </a:solidFill>
                <a:latin typeface="+mj-lt"/>
                <a:ea typeface="Microsoft JhengHei UI Light" panose="020B0304030504040204" pitchFamily="34" charset="-120"/>
              </a:defRPr>
            </a:lvl1pPr>
          </a:lstStyle>
          <a:p>
            <a:pPr lvl="0"/>
            <a:r>
              <a:rPr lang="fr-FR" dirty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Nuage Grand</a:t>
            </a:r>
            <a:endParaRPr lang="fr-FR" dirty="0"/>
          </a:p>
        </p:txBody>
      </p:sp>
      <p:sp>
        <p:nvSpPr>
          <p:cNvPr id="9" name="Espace réservé du texte 7">
            <a:extLst>
              <a:ext uri="{FF2B5EF4-FFF2-40B4-BE49-F238E27FC236}">
                <a16:creationId xmlns:a16="http://schemas.microsoft.com/office/drawing/2014/main" id="{C9E1EFB8-D25E-41F0-91D6-61A97F0A90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82029" y="5015353"/>
            <a:ext cx="2678777" cy="5355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defRPr sz="3200">
                <a:solidFill>
                  <a:srgbClr val="042956"/>
                </a:solidFill>
                <a:latin typeface="+mj-lt"/>
                <a:ea typeface="Microsoft JhengHei UI Light" panose="020B0304030504040204" pitchFamily="34" charset="-120"/>
              </a:defRPr>
            </a:lvl1pPr>
          </a:lstStyle>
          <a:p>
            <a:pPr lvl="0"/>
            <a:r>
              <a:rPr lang="fr-FR" dirty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Nuage Grand</a:t>
            </a:r>
            <a:endParaRPr lang="fr-FR" dirty="0"/>
          </a:p>
        </p:txBody>
      </p:sp>
      <p:sp>
        <p:nvSpPr>
          <p:cNvPr id="10" name="Espace réservé du texte 7">
            <a:extLst>
              <a:ext uri="{FF2B5EF4-FFF2-40B4-BE49-F238E27FC236}">
                <a16:creationId xmlns:a16="http://schemas.microsoft.com/office/drawing/2014/main" id="{8798AA73-1A13-4131-8FB6-1676B89DEF4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89806" y="3436298"/>
            <a:ext cx="3670922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defRPr sz="4000">
                <a:solidFill>
                  <a:srgbClr val="042956"/>
                </a:solidFill>
                <a:latin typeface="+mj-lt"/>
                <a:ea typeface="Microsoft JhengHei UI Light" panose="020B0304030504040204" pitchFamily="34" charset="-120"/>
              </a:defRPr>
            </a:lvl1pPr>
          </a:lstStyle>
          <a:p>
            <a:pPr lvl="0"/>
            <a:r>
              <a:rPr lang="fr-FR" dirty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Nuage Grand</a:t>
            </a:r>
            <a:endParaRPr lang="fr-FR" dirty="0"/>
          </a:p>
        </p:txBody>
      </p:sp>
      <p:sp>
        <p:nvSpPr>
          <p:cNvPr id="11" name="Espace réservé du texte 7">
            <a:extLst>
              <a:ext uri="{FF2B5EF4-FFF2-40B4-BE49-F238E27FC236}">
                <a16:creationId xmlns:a16="http://schemas.microsoft.com/office/drawing/2014/main" id="{C493FBB6-7558-43B2-BDD0-DAF4FE7B77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rot="5400000">
            <a:off x="6915338" y="3741626"/>
            <a:ext cx="2678777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defRPr sz="2800">
                <a:solidFill>
                  <a:srgbClr val="374767"/>
                </a:solidFill>
                <a:latin typeface="+mj-lt"/>
                <a:ea typeface="Microsoft JhengHei UI Light" panose="020B0304030504040204" pitchFamily="34" charset="-120"/>
              </a:defRPr>
            </a:lvl1pPr>
          </a:lstStyle>
          <a:p>
            <a:pPr lvl="0"/>
            <a:r>
              <a:rPr lang="fr-FR" dirty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Nuage Moyen</a:t>
            </a:r>
            <a:endParaRPr lang="fr-FR" dirty="0"/>
          </a:p>
        </p:txBody>
      </p:sp>
      <p:sp>
        <p:nvSpPr>
          <p:cNvPr id="13" name="Espace réservé du texte 7">
            <a:extLst>
              <a:ext uri="{FF2B5EF4-FFF2-40B4-BE49-F238E27FC236}">
                <a16:creationId xmlns:a16="http://schemas.microsoft.com/office/drawing/2014/main" id="{01DD62A1-C803-4F16-9814-69642A7ED1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632815" y="4495002"/>
            <a:ext cx="2678777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defRPr sz="2800">
                <a:solidFill>
                  <a:srgbClr val="374767"/>
                </a:solidFill>
                <a:latin typeface="+mj-lt"/>
                <a:ea typeface="Microsoft JhengHei UI Light" panose="020B0304030504040204" pitchFamily="34" charset="-120"/>
              </a:defRPr>
            </a:lvl1pPr>
          </a:lstStyle>
          <a:p>
            <a:pPr lvl="0"/>
            <a:r>
              <a:rPr lang="fr-FR" dirty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Nuage Moyen</a:t>
            </a:r>
            <a:endParaRPr lang="fr-FR" dirty="0"/>
          </a:p>
        </p:txBody>
      </p:sp>
      <p:sp>
        <p:nvSpPr>
          <p:cNvPr id="14" name="Espace réservé du texte 7">
            <a:extLst>
              <a:ext uri="{FF2B5EF4-FFF2-40B4-BE49-F238E27FC236}">
                <a16:creationId xmlns:a16="http://schemas.microsoft.com/office/drawing/2014/main" id="{09B87F50-BBFF-436D-A801-13418ACF7C4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 rot="16200000">
            <a:off x="2564148" y="2907224"/>
            <a:ext cx="2678777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defRPr sz="2800">
                <a:solidFill>
                  <a:srgbClr val="374767"/>
                </a:solidFill>
                <a:latin typeface="+mj-lt"/>
                <a:ea typeface="Microsoft JhengHei UI Light" panose="020B0304030504040204" pitchFamily="34" charset="-120"/>
              </a:defRPr>
            </a:lvl1pPr>
          </a:lstStyle>
          <a:p>
            <a:pPr lvl="0"/>
            <a:r>
              <a:rPr lang="fr-FR" dirty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Nuage Moyen</a:t>
            </a:r>
            <a:endParaRPr lang="fr-FR" dirty="0"/>
          </a:p>
        </p:txBody>
      </p:sp>
      <p:sp>
        <p:nvSpPr>
          <p:cNvPr id="15" name="Espace réservé du texte 7">
            <a:extLst>
              <a:ext uri="{FF2B5EF4-FFF2-40B4-BE49-F238E27FC236}">
                <a16:creationId xmlns:a16="http://schemas.microsoft.com/office/drawing/2014/main" id="{FD28BC59-3577-42BB-9DE5-E830EC287DE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56208" y="3858180"/>
            <a:ext cx="1665250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defRPr sz="2000">
                <a:solidFill>
                  <a:srgbClr val="042956"/>
                </a:solidFill>
                <a:latin typeface="+mj-lt"/>
                <a:ea typeface="Microsoft JhengHei UI Light" panose="020B0304030504040204" pitchFamily="34" charset="-120"/>
              </a:defRPr>
            </a:lvl1pPr>
          </a:lstStyle>
          <a:p>
            <a:pPr lvl="0"/>
            <a:r>
              <a:rPr lang="fr-FR" dirty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Nuage petit</a:t>
            </a:r>
            <a:endParaRPr lang="fr-FR" dirty="0"/>
          </a:p>
        </p:txBody>
      </p:sp>
      <p:sp>
        <p:nvSpPr>
          <p:cNvPr id="17" name="Espace réservé du texte 7">
            <a:extLst>
              <a:ext uri="{FF2B5EF4-FFF2-40B4-BE49-F238E27FC236}">
                <a16:creationId xmlns:a16="http://schemas.microsoft.com/office/drawing/2014/main" id="{F352BC01-A224-4591-95CC-26001E61411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rot="16200000">
            <a:off x="6961217" y="3130074"/>
            <a:ext cx="1665250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defRPr sz="2000">
                <a:solidFill>
                  <a:srgbClr val="042956"/>
                </a:solidFill>
                <a:latin typeface="+mj-lt"/>
                <a:ea typeface="Microsoft JhengHei UI Light" panose="020B0304030504040204" pitchFamily="34" charset="-120"/>
              </a:defRPr>
            </a:lvl1pPr>
          </a:lstStyle>
          <a:p>
            <a:pPr lvl="0"/>
            <a:r>
              <a:rPr lang="fr-FR" dirty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Nuage petit</a:t>
            </a:r>
            <a:endParaRPr lang="fr-FR" dirty="0"/>
          </a:p>
        </p:txBody>
      </p:sp>
      <p:sp>
        <p:nvSpPr>
          <p:cNvPr id="18" name="Espace réservé du texte 7">
            <a:extLst>
              <a:ext uri="{FF2B5EF4-FFF2-40B4-BE49-F238E27FC236}">
                <a16:creationId xmlns:a16="http://schemas.microsoft.com/office/drawing/2014/main" id="{49E9A549-1654-4F39-8B81-7CA504C3EA6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31556" y="3445531"/>
            <a:ext cx="1020208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defRPr sz="1600">
                <a:solidFill>
                  <a:srgbClr val="042956"/>
                </a:solidFill>
                <a:latin typeface="+mj-lt"/>
                <a:ea typeface="Microsoft JhengHei UI Light" panose="020B0304030504040204" pitchFamily="34" charset="-120"/>
              </a:defRPr>
            </a:lvl1pPr>
          </a:lstStyle>
          <a:p>
            <a:pPr lvl="0"/>
            <a:r>
              <a:rPr lang="fr-FR" dirty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Très petit</a:t>
            </a:r>
            <a:endParaRPr lang="fr-FR" dirty="0"/>
          </a:p>
        </p:txBody>
      </p:sp>
      <p:sp>
        <p:nvSpPr>
          <p:cNvPr id="20" name="Espace réservé du texte 7">
            <a:extLst>
              <a:ext uri="{FF2B5EF4-FFF2-40B4-BE49-F238E27FC236}">
                <a16:creationId xmlns:a16="http://schemas.microsoft.com/office/drawing/2014/main" id="{15DD8CC2-73E7-4319-B5D4-26FAF1CA49D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6200000">
            <a:off x="2950135" y="3403304"/>
            <a:ext cx="1020208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defRPr sz="1600">
                <a:solidFill>
                  <a:srgbClr val="042956"/>
                </a:solidFill>
                <a:latin typeface="+mj-lt"/>
                <a:ea typeface="Microsoft JhengHei UI Light" panose="020B0304030504040204" pitchFamily="34" charset="-120"/>
              </a:defRPr>
            </a:lvl1pPr>
          </a:lstStyle>
          <a:p>
            <a:pPr lvl="0"/>
            <a:r>
              <a:rPr lang="fr-FR" dirty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Très petit</a:t>
            </a:r>
            <a:endParaRPr lang="fr-FR" dirty="0"/>
          </a:p>
        </p:txBody>
      </p:sp>
      <p:sp>
        <p:nvSpPr>
          <p:cNvPr id="21" name="Espace réservé du texte 7">
            <a:extLst>
              <a:ext uri="{FF2B5EF4-FFF2-40B4-BE49-F238E27FC236}">
                <a16:creationId xmlns:a16="http://schemas.microsoft.com/office/drawing/2014/main" id="{C1D43102-A976-40C7-B2D6-A80F146B911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07025" y="2697455"/>
            <a:ext cx="1020208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defRPr sz="1600">
                <a:solidFill>
                  <a:srgbClr val="042956"/>
                </a:solidFill>
                <a:latin typeface="+mj-lt"/>
                <a:ea typeface="Microsoft JhengHei UI Light" panose="020B0304030504040204" pitchFamily="34" charset="-120"/>
                <a:cs typeface="Leelawadee UI" panose="020B0502040204020203" pitchFamily="34" charset="-34"/>
              </a:defRPr>
            </a:lvl1pPr>
          </a:lstStyle>
          <a:p>
            <a:pPr lvl="0"/>
            <a:r>
              <a:rPr lang="fr-FR" dirty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Très petit</a:t>
            </a:r>
            <a:endParaRPr lang="fr-FR" dirty="0"/>
          </a:p>
        </p:txBody>
      </p:sp>
      <p:sp>
        <p:nvSpPr>
          <p:cNvPr id="22" name="Espace réservé du texte 7">
            <a:extLst>
              <a:ext uri="{FF2B5EF4-FFF2-40B4-BE49-F238E27FC236}">
                <a16:creationId xmlns:a16="http://schemas.microsoft.com/office/drawing/2014/main" id="{0FCE3BF4-AE4A-405C-BF2A-F0D32676CAE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 rot="5400000">
            <a:off x="7277461" y="5126152"/>
            <a:ext cx="1020208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defRPr sz="1600">
                <a:solidFill>
                  <a:srgbClr val="042956"/>
                </a:solidFill>
                <a:latin typeface="+mj-lt"/>
                <a:ea typeface="Microsoft JhengHei UI Light" panose="020B0304030504040204" pitchFamily="34" charset="-120"/>
              </a:defRPr>
            </a:lvl1pPr>
          </a:lstStyle>
          <a:p>
            <a:pPr lvl="0"/>
            <a:r>
              <a:rPr lang="fr-FR" dirty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Très petit</a:t>
            </a:r>
            <a:endParaRPr lang="fr-FR" dirty="0"/>
          </a:p>
        </p:txBody>
      </p:sp>
      <p:sp>
        <p:nvSpPr>
          <p:cNvPr id="23" name="Espace réservé du texte 7">
            <a:extLst>
              <a:ext uri="{FF2B5EF4-FFF2-40B4-BE49-F238E27FC236}">
                <a16:creationId xmlns:a16="http://schemas.microsoft.com/office/drawing/2014/main" id="{1B7C50FA-9D03-4FF2-B7F5-62BE4190648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64038" y="5662952"/>
            <a:ext cx="1020208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defRPr sz="1600">
                <a:solidFill>
                  <a:srgbClr val="042956"/>
                </a:solidFill>
                <a:latin typeface="+mj-lt"/>
                <a:ea typeface="Microsoft JhengHei UI Light" panose="020B0304030504040204" pitchFamily="34" charset="-120"/>
              </a:defRPr>
            </a:lvl1pPr>
          </a:lstStyle>
          <a:p>
            <a:pPr lvl="0"/>
            <a:r>
              <a:rPr lang="fr-FR" dirty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Très petit</a:t>
            </a:r>
            <a:endParaRPr lang="fr-FR" dirty="0"/>
          </a:p>
        </p:txBody>
      </p:sp>
      <p:sp>
        <p:nvSpPr>
          <p:cNvPr id="24" name="Espace réservé du texte 7">
            <a:extLst>
              <a:ext uri="{FF2B5EF4-FFF2-40B4-BE49-F238E27FC236}">
                <a16:creationId xmlns:a16="http://schemas.microsoft.com/office/drawing/2014/main" id="{9B2221DF-2281-4F69-8E54-EBAC04D201D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176546" y="2177892"/>
            <a:ext cx="1665250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defRPr sz="1800">
                <a:solidFill>
                  <a:srgbClr val="042956"/>
                </a:solidFill>
                <a:latin typeface="+mj-lt"/>
                <a:ea typeface="Microsoft JhengHei UI Light" panose="020B0304030504040204" pitchFamily="34" charset="-120"/>
                <a:cs typeface="Kufi Outline Shaded" panose="04010401010101010101" pitchFamily="82" charset="-78"/>
              </a:defRPr>
            </a:lvl1pPr>
          </a:lstStyle>
          <a:p>
            <a:pPr lvl="0"/>
            <a:r>
              <a:rPr lang="fr-FR" dirty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Nuage petit</a:t>
            </a:r>
            <a:endParaRPr lang="fr-FR" dirty="0"/>
          </a:p>
        </p:txBody>
      </p:sp>
      <p:sp>
        <p:nvSpPr>
          <p:cNvPr id="25" name="Espace réservé du texte 7">
            <a:extLst>
              <a:ext uri="{FF2B5EF4-FFF2-40B4-BE49-F238E27FC236}">
                <a16:creationId xmlns:a16="http://schemas.microsoft.com/office/drawing/2014/main" id="{5C80C849-CD68-44DF-A8C6-3F424D129DF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816015" y="2033393"/>
            <a:ext cx="2678777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defRPr sz="2800">
                <a:solidFill>
                  <a:srgbClr val="374767"/>
                </a:solidFill>
                <a:latin typeface="+mj-lt"/>
                <a:ea typeface="Microsoft JhengHei UI Light" panose="020B0304030504040204" pitchFamily="34" charset="-120"/>
              </a:defRPr>
            </a:lvl1pPr>
          </a:lstStyle>
          <a:p>
            <a:pPr lvl="0"/>
            <a:r>
              <a:rPr lang="fr-FR" dirty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Nuage Moyen</a:t>
            </a:r>
            <a:endParaRPr lang="fr-FR" dirty="0"/>
          </a:p>
        </p:txBody>
      </p:sp>
      <p:sp>
        <p:nvSpPr>
          <p:cNvPr id="26" name="Espace réservé du texte 7">
            <a:extLst>
              <a:ext uri="{FF2B5EF4-FFF2-40B4-BE49-F238E27FC236}">
                <a16:creationId xmlns:a16="http://schemas.microsoft.com/office/drawing/2014/main" id="{5647E378-791B-4ED8-8D96-DFFFAD5DAFB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 rot="5400000">
            <a:off x="5818355" y="5478286"/>
            <a:ext cx="1665250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defRPr sz="2000">
                <a:solidFill>
                  <a:srgbClr val="042956"/>
                </a:solidFill>
                <a:latin typeface="+mj-lt"/>
                <a:ea typeface="Microsoft JhengHei UI Light" panose="020B0304030504040204" pitchFamily="34" charset="-120"/>
              </a:defRPr>
            </a:lvl1pPr>
          </a:lstStyle>
          <a:p>
            <a:pPr lvl="0"/>
            <a:r>
              <a:rPr lang="fr-FR" dirty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Nuage petit</a:t>
            </a:r>
            <a:endParaRPr lang="fr-FR" dirty="0"/>
          </a:p>
        </p:txBody>
      </p:sp>
      <p:sp>
        <p:nvSpPr>
          <p:cNvPr id="27" name="Espace réservé du texte 7">
            <a:extLst>
              <a:ext uri="{FF2B5EF4-FFF2-40B4-BE49-F238E27FC236}">
                <a16:creationId xmlns:a16="http://schemas.microsoft.com/office/drawing/2014/main" id="{4031FC4A-6A44-469D-8A00-2FE5CFE2459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10590" y="3157774"/>
            <a:ext cx="1020208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defRPr sz="1600">
                <a:solidFill>
                  <a:srgbClr val="042956"/>
                </a:solidFill>
                <a:latin typeface="+mj-lt"/>
                <a:ea typeface="Microsoft JhengHei UI Light" panose="020B0304030504040204" pitchFamily="34" charset="-120"/>
              </a:defRPr>
            </a:lvl1pPr>
          </a:lstStyle>
          <a:p>
            <a:pPr lvl="0"/>
            <a:r>
              <a:rPr lang="fr-FR" dirty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Très petit</a:t>
            </a:r>
            <a:endParaRPr lang="fr-FR" dirty="0"/>
          </a:p>
        </p:txBody>
      </p:sp>
      <p:sp>
        <p:nvSpPr>
          <p:cNvPr id="28" name="Espace réservé du texte 7">
            <a:extLst>
              <a:ext uri="{FF2B5EF4-FFF2-40B4-BE49-F238E27FC236}">
                <a16:creationId xmlns:a16="http://schemas.microsoft.com/office/drawing/2014/main" id="{6C83E5F5-5699-441C-B000-81ADCBE73B4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11592" y="1591812"/>
            <a:ext cx="1665250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defRPr sz="2000">
                <a:solidFill>
                  <a:srgbClr val="042956"/>
                </a:solidFill>
                <a:latin typeface="+mj-lt"/>
                <a:ea typeface="Microsoft JhengHei UI Light" panose="020B0304030504040204" pitchFamily="34" charset="-120"/>
              </a:defRPr>
            </a:lvl1pPr>
          </a:lstStyle>
          <a:p>
            <a:pPr lvl="0"/>
            <a:r>
              <a:rPr lang="fr-FR" dirty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Nuage petit</a:t>
            </a:r>
            <a:endParaRPr lang="fr-FR" dirty="0"/>
          </a:p>
        </p:txBody>
      </p:sp>
      <p:sp>
        <p:nvSpPr>
          <p:cNvPr id="29" name="Espace réservé du texte 7">
            <a:extLst>
              <a:ext uri="{FF2B5EF4-FFF2-40B4-BE49-F238E27FC236}">
                <a16:creationId xmlns:a16="http://schemas.microsoft.com/office/drawing/2014/main" id="{F794006C-C490-441C-9852-147F9CFDA4D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89806" y="2864013"/>
            <a:ext cx="2678777" cy="5355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defRPr sz="3200">
                <a:solidFill>
                  <a:srgbClr val="042956"/>
                </a:solidFill>
                <a:latin typeface="+mj-lt"/>
                <a:ea typeface="Microsoft JhengHei UI Light" panose="020B0304030504040204" pitchFamily="34" charset="-120"/>
              </a:defRPr>
            </a:lvl1pPr>
          </a:lstStyle>
          <a:p>
            <a:pPr lvl="0"/>
            <a:r>
              <a:rPr lang="fr-FR" dirty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Nuage Grand</a:t>
            </a:r>
            <a:endParaRPr lang="fr-FR" dirty="0"/>
          </a:p>
        </p:txBody>
      </p:sp>
      <p:sp>
        <p:nvSpPr>
          <p:cNvPr id="30" name="Espace réservé du texte 7">
            <a:extLst>
              <a:ext uri="{FF2B5EF4-FFF2-40B4-BE49-F238E27FC236}">
                <a16:creationId xmlns:a16="http://schemas.microsoft.com/office/drawing/2014/main" id="{9BDABA05-5337-474E-8E8F-DACAC8889EC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 rot="5400000">
            <a:off x="8203070" y="3150087"/>
            <a:ext cx="1020208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defRPr sz="1600">
                <a:solidFill>
                  <a:srgbClr val="042956"/>
                </a:solidFill>
                <a:latin typeface="+mj-lt"/>
                <a:ea typeface="Microsoft JhengHei UI Light" panose="020B0304030504040204" pitchFamily="34" charset="-120"/>
              </a:defRPr>
            </a:lvl1pPr>
          </a:lstStyle>
          <a:p>
            <a:pPr lvl="0"/>
            <a:r>
              <a:rPr lang="fr-FR" dirty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Très petit</a:t>
            </a:r>
            <a:endParaRPr lang="fr-FR" dirty="0"/>
          </a:p>
        </p:txBody>
      </p:sp>
      <p:sp>
        <p:nvSpPr>
          <p:cNvPr id="31" name="Espace réservé du texte 7">
            <a:extLst>
              <a:ext uri="{FF2B5EF4-FFF2-40B4-BE49-F238E27FC236}">
                <a16:creationId xmlns:a16="http://schemas.microsoft.com/office/drawing/2014/main" id="{A3719BFA-D688-4B11-8C7F-2AC9B238D7D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243830" y="4140925"/>
            <a:ext cx="1020208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defRPr sz="1600">
                <a:solidFill>
                  <a:srgbClr val="042956"/>
                </a:solidFill>
                <a:latin typeface="+mj-lt"/>
                <a:ea typeface="Microsoft JhengHei UI Light" panose="020B0304030504040204" pitchFamily="34" charset="-120"/>
              </a:defRPr>
            </a:lvl1pPr>
          </a:lstStyle>
          <a:p>
            <a:pPr lvl="0"/>
            <a:r>
              <a:rPr lang="fr-FR" dirty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Très petit</a:t>
            </a:r>
            <a:endParaRPr lang="fr-FR" dirty="0"/>
          </a:p>
        </p:txBody>
      </p:sp>
      <p:sp>
        <p:nvSpPr>
          <p:cNvPr id="32" name="Espace réservé du texte 7">
            <a:extLst>
              <a:ext uri="{FF2B5EF4-FFF2-40B4-BE49-F238E27FC236}">
                <a16:creationId xmlns:a16="http://schemas.microsoft.com/office/drawing/2014/main" id="{96333775-2196-4F48-BD07-81AE5865630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449285" y="2504013"/>
            <a:ext cx="1020208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defRPr sz="1600">
                <a:solidFill>
                  <a:srgbClr val="042956"/>
                </a:solidFill>
                <a:latin typeface="+mj-lt"/>
                <a:ea typeface="Microsoft JhengHei UI Light" panose="020B0304030504040204" pitchFamily="34" charset="-120"/>
              </a:defRPr>
            </a:lvl1pPr>
          </a:lstStyle>
          <a:p>
            <a:pPr lvl="0"/>
            <a:r>
              <a:rPr lang="fr-FR" dirty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Très petit</a:t>
            </a:r>
            <a:endParaRPr lang="fr-FR" dirty="0"/>
          </a:p>
        </p:txBody>
      </p:sp>
      <p:sp>
        <p:nvSpPr>
          <p:cNvPr id="33" name="Espace réservé du texte 7">
            <a:extLst>
              <a:ext uri="{FF2B5EF4-FFF2-40B4-BE49-F238E27FC236}">
                <a16:creationId xmlns:a16="http://schemas.microsoft.com/office/drawing/2014/main" id="{9F654CED-CDFA-4741-8A7F-58FA5D0BCB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388685" y="2695711"/>
            <a:ext cx="1020208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defRPr sz="1600">
                <a:solidFill>
                  <a:srgbClr val="042956"/>
                </a:solidFill>
                <a:latin typeface="+mj-lt"/>
                <a:ea typeface="Microsoft JhengHei UI Light" panose="020B0304030504040204" pitchFamily="34" charset="-120"/>
              </a:defRPr>
            </a:lvl1pPr>
          </a:lstStyle>
          <a:p>
            <a:pPr lvl="0"/>
            <a:r>
              <a:rPr lang="fr-FR" dirty="0"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Très petit</a:t>
            </a: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E2423CD-486B-44B5-B851-34F0C6D1FA1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77673" y="215000"/>
            <a:ext cx="1981372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8877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5" descr="Résultat de recherche d'images pour &quot;supinfo&quot;">
            <a:extLst>
              <a:ext uri="{FF2B5EF4-FFF2-40B4-BE49-F238E27FC236}">
                <a16:creationId xmlns:a16="http://schemas.microsoft.com/office/drawing/2014/main" id="{89A73614-6DA6-4B69-B168-71262490AE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637" y="0"/>
            <a:ext cx="4003200" cy="1989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B1C8FC9-8BA4-40CF-A1C5-C848CA28A6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dirty="0"/>
              <a:t>Titre du slide</a:t>
            </a:r>
          </a:p>
        </p:txBody>
      </p:sp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CB06D921-FD63-4D3F-85D1-B8B2E305088F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2413364" y="1860788"/>
            <a:ext cx="1620000" cy="1620000"/>
          </a:xfrm>
          <a:prstGeom prst="ellipse">
            <a:avLst/>
          </a:prstGeom>
          <a:ln w="28575">
            <a:solidFill>
              <a:srgbClr val="042956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8" name="Espace réservé pour une image  5">
            <a:extLst>
              <a:ext uri="{FF2B5EF4-FFF2-40B4-BE49-F238E27FC236}">
                <a16:creationId xmlns:a16="http://schemas.microsoft.com/office/drawing/2014/main" id="{EC4F62D2-C2FB-4D1C-A948-2729C4444372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158636" y="1862761"/>
            <a:ext cx="1620000" cy="1620000"/>
          </a:xfrm>
          <a:prstGeom prst="ellipse">
            <a:avLst/>
          </a:prstGeom>
          <a:ln w="28575">
            <a:solidFill>
              <a:srgbClr val="042956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DA463026-C448-4F21-9BFE-8778E74C1B1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50262" y="3667535"/>
            <a:ext cx="3700905" cy="47791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defRPr sz="2800">
                <a:solidFill>
                  <a:srgbClr val="374767"/>
                </a:solidFill>
                <a:latin typeface="+mj-lt"/>
                <a:ea typeface="Microsoft JhengHei UI Light" panose="020B0304030504040204" pitchFamily="34" charset="-120"/>
              </a:defRPr>
            </a:lvl1pPr>
          </a:lstStyle>
          <a:p>
            <a:pPr lvl="0"/>
            <a:r>
              <a:rPr lang="fr-FR" dirty="0"/>
              <a:t>Nom Prénom</a:t>
            </a:r>
          </a:p>
        </p:txBody>
      </p:sp>
      <p:sp>
        <p:nvSpPr>
          <p:cNvPr id="11" name="Espace réservé du texte 9">
            <a:extLst>
              <a:ext uri="{FF2B5EF4-FFF2-40B4-BE49-F238E27FC236}">
                <a16:creationId xmlns:a16="http://schemas.microsoft.com/office/drawing/2014/main" id="{187A0DE6-7664-4316-9CEB-F4A480C1919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50262" y="4363639"/>
            <a:ext cx="3700905" cy="4247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defRPr sz="2400">
                <a:solidFill>
                  <a:srgbClr val="374767"/>
                </a:solidFill>
                <a:latin typeface="+mj-lt"/>
                <a:ea typeface="Microsoft JhengHei UI Light" panose="020B0304030504040204" pitchFamily="34" charset="-120"/>
              </a:defRPr>
            </a:lvl1pPr>
          </a:lstStyle>
          <a:p>
            <a:pPr lvl="0"/>
            <a:r>
              <a:rPr lang="fr-FR" dirty="0"/>
              <a:t>Job </a:t>
            </a:r>
            <a:r>
              <a:rPr lang="fr-FR" dirty="0" err="1"/>
              <a:t>Title</a:t>
            </a:r>
            <a:r>
              <a:rPr lang="fr-FR" dirty="0"/>
              <a:t>/Class</a:t>
            </a:r>
          </a:p>
        </p:txBody>
      </p:sp>
      <p:sp>
        <p:nvSpPr>
          <p:cNvPr id="12" name="Espace réservé du texte 9">
            <a:extLst>
              <a:ext uri="{FF2B5EF4-FFF2-40B4-BE49-F238E27FC236}">
                <a16:creationId xmlns:a16="http://schemas.microsoft.com/office/drawing/2014/main" id="{6D5C31D7-889F-4687-9CA5-70EBAD15E6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50261" y="5028250"/>
            <a:ext cx="3700905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defRPr sz="2000">
                <a:solidFill>
                  <a:srgbClr val="374767"/>
                </a:solidFill>
                <a:latin typeface="+mj-lt"/>
                <a:ea typeface="Microsoft JhengHei UI Light" panose="020B0304030504040204" pitchFamily="34" charset="-120"/>
              </a:defRPr>
            </a:lvl1pPr>
          </a:lstStyle>
          <a:p>
            <a:pPr lvl="0"/>
            <a:r>
              <a:rPr lang="fr-FR" dirty="0"/>
              <a:t>Mail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94DC603A-E57D-4B95-9D66-82006EAD37F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50261" y="5684158"/>
            <a:ext cx="3700905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defRPr sz="2000">
                <a:solidFill>
                  <a:srgbClr val="374767"/>
                </a:solidFill>
                <a:latin typeface="+mj-lt"/>
                <a:ea typeface="Microsoft JhengHei UI Light" panose="020B0304030504040204" pitchFamily="34" charset="-120"/>
              </a:defRPr>
            </a:lvl1pPr>
          </a:lstStyle>
          <a:p>
            <a:pPr lvl="0"/>
            <a:r>
              <a:rPr lang="fr-FR" dirty="0"/>
              <a:t>Social Media</a:t>
            </a:r>
          </a:p>
        </p:txBody>
      </p:sp>
      <p:sp>
        <p:nvSpPr>
          <p:cNvPr id="19" name="Espace réservé du texte 9">
            <a:extLst>
              <a:ext uri="{FF2B5EF4-FFF2-40B4-BE49-F238E27FC236}">
                <a16:creationId xmlns:a16="http://schemas.microsoft.com/office/drawing/2014/main" id="{3E2D9C75-E69D-49A4-8766-84CDE13E4C1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912285" y="3650889"/>
            <a:ext cx="3700905" cy="47791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defRPr sz="2800">
                <a:solidFill>
                  <a:srgbClr val="374767"/>
                </a:solidFill>
                <a:latin typeface="+mj-lt"/>
                <a:ea typeface="Microsoft JhengHei UI Light" panose="020B0304030504040204" pitchFamily="34" charset="-120"/>
              </a:defRPr>
            </a:lvl1pPr>
          </a:lstStyle>
          <a:p>
            <a:pPr lvl="0"/>
            <a:r>
              <a:rPr lang="fr-FR" dirty="0"/>
              <a:t>Nom Prénom</a:t>
            </a:r>
          </a:p>
        </p:txBody>
      </p:sp>
      <p:sp>
        <p:nvSpPr>
          <p:cNvPr id="20" name="Espace réservé du texte 9">
            <a:extLst>
              <a:ext uri="{FF2B5EF4-FFF2-40B4-BE49-F238E27FC236}">
                <a16:creationId xmlns:a16="http://schemas.microsoft.com/office/drawing/2014/main" id="{C93AB764-87CD-438D-AFAF-0B722069070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912285" y="4346993"/>
            <a:ext cx="3700905" cy="4247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defRPr sz="2400">
                <a:solidFill>
                  <a:srgbClr val="374767"/>
                </a:solidFill>
                <a:latin typeface="+mj-lt"/>
                <a:ea typeface="Microsoft JhengHei UI Light" panose="020B0304030504040204" pitchFamily="34" charset="-120"/>
              </a:defRPr>
            </a:lvl1pPr>
          </a:lstStyle>
          <a:p>
            <a:pPr lvl="0"/>
            <a:r>
              <a:rPr lang="fr-FR" dirty="0"/>
              <a:t>Job </a:t>
            </a:r>
            <a:r>
              <a:rPr lang="fr-FR" dirty="0" err="1"/>
              <a:t>Title</a:t>
            </a:r>
            <a:r>
              <a:rPr lang="fr-FR" dirty="0"/>
              <a:t>/Class</a:t>
            </a:r>
          </a:p>
        </p:txBody>
      </p:sp>
      <p:sp>
        <p:nvSpPr>
          <p:cNvPr id="21" name="Espace réservé du texte 9">
            <a:extLst>
              <a:ext uri="{FF2B5EF4-FFF2-40B4-BE49-F238E27FC236}">
                <a16:creationId xmlns:a16="http://schemas.microsoft.com/office/drawing/2014/main" id="{0B6133A1-A530-44B0-B972-BACE72FF9C6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891514" y="5028250"/>
            <a:ext cx="3700905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defRPr sz="2000">
                <a:solidFill>
                  <a:srgbClr val="374767"/>
                </a:solidFill>
                <a:latin typeface="+mj-lt"/>
                <a:ea typeface="Microsoft JhengHei UI Light" panose="020B0304030504040204" pitchFamily="34" charset="-120"/>
              </a:defRPr>
            </a:lvl1pPr>
          </a:lstStyle>
          <a:p>
            <a:pPr lvl="0"/>
            <a:r>
              <a:rPr lang="fr-FR" dirty="0"/>
              <a:t>Mail</a:t>
            </a:r>
          </a:p>
        </p:txBody>
      </p:sp>
      <p:sp>
        <p:nvSpPr>
          <p:cNvPr id="22" name="Espace réservé du texte 9">
            <a:extLst>
              <a:ext uri="{FF2B5EF4-FFF2-40B4-BE49-F238E27FC236}">
                <a16:creationId xmlns:a16="http://schemas.microsoft.com/office/drawing/2014/main" id="{2B9ACE77-7E38-41C4-880A-12382AEDD0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891513" y="5679179"/>
            <a:ext cx="3700905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defRPr sz="2000">
                <a:solidFill>
                  <a:srgbClr val="374767"/>
                </a:solidFill>
                <a:latin typeface="+mj-lt"/>
                <a:ea typeface="Microsoft JhengHei UI Light" panose="020B0304030504040204" pitchFamily="34" charset="-120"/>
              </a:defRPr>
            </a:lvl1pPr>
          </a:lstStyle>
          <a:p>
            <a:pPr lvl="0"/>
            <a:r>
              <a:rPr lang="fr-FR" dirty="0"/>
              <a:t>Social Media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152819E-5776-46C5-8717-36238B70062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52486" y="199628"/>
            <a:ext cx="1981372" cy="177409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5B2B2CD8-9683-4617-87B0-FA649DAD808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676742" y="3449038"/>
            <a:ext cx="1268078" cy="3036071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6E12FD32-5079-4939-9ABA-516E5244210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32635" y="3436097"/>
            <a:ext cx="1268078" cy="3036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7298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5" descr="Résultat de recherche d'images pour &quot;supinfo&quot;">
            <a:extLst>
              <a:ext uri="{FF2B5EF4-FFF2-40B4-BE49-F238E27FC236}">
                <a16:creationId xmlns:a16="http://schemas.microsoft.com/office/drawing/2014/main" id="{89A73614-6DA6-4B69-B168-71262490AE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637" y="0"/>
            <a:ext cx="4003200" cy="1989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B1C8FC9-8BA4-40CF-A1C5-C848CA28A6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dirty="0"/>
              <a:t>Course plan</a:t>
            </a:r>
          </a:p>
        </p:txBody>
      </p:sp>
      <p:pic>
        <p:nvPicPr>
          <p:cNvPr id="6146" name="Picture 2" descr="Résultat de recherche d'images pour &quot;Supinfo&quot;">
            <a:extLst>
              <a:ext uri="{FF2B5EF4-FFF2-40B4-BE49-F238E27FC236}">
                <a16:creationId xmlns:a16="http://schemas.microsoft.com/office/drawing/2014/main" id="{6452D8B1-8A6A-414A-963A-D9F7D2A900F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77" r="37541"/>
          <a:stretch/>
        </p:blipFill>
        <p:spPr bwMode="auto">
          <a:xfrm>
            <a:off x="7736619" y="815823"/>
            <a:ext cx="3466769" cy="49401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454368C8-4725-4F8A-9857-13B80655003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2800" y="2222942"/>
            <a:ext cx="550800" cy="552155"/>
          </a:xfrm>
          <a:prstGeom prst="ellipse">
            <a:avLst/>
          </a:prstGeom>
          <a:ln>
            <a:solidFill>
              <a:srgbClr val="042956"/>
            </a:solidFill>
          </a:ln>
        </p:spPr>
        <p:txBody>
          <a:bodyPr>
            <a:normAutofit/>
          </a:bodyPr>
          <a:lstStyle>
            <a:lvl1pPr marL="0" indent="0">
              <a:defRPr sz="2800">
                <a:solidFill>
                  <a:srgbClr val="042956"/>
                </a:solidFill>
                <a:latin typeface="+mj-lt"/>
                <a:ea typeface="Microsoft YaHei UI" panose="020B0503020204020204" pitchFamily="34" charset="-122"/>
              </a:defRPr>
            </a:lvl1pPr>
          </a:lstStyle>
          <a:p>
            <a:pPr lvl="0"/>
            <a:r>
              <a:rPr lang="fr-FR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r>
            <a:endParaRPr lang="fr-FR" dirty="0"/>
          </a:p>
        </p:txBody>
      </p:sp>
      <p:sp>
        <p:nvSpPr>
          <p:cNvPr id="9" name="Espace réservé du texte 5">
            <a:extLst>
              <a:ext uri="{FF2B5EF4-FFF2-40B4-BE49-F238E27FC236}">
                <a16:creationId xmlns:a16="http://schemas.microsoft.com/office/drawing/2014/main" id="{DA1E2E08-FF87-4013-B5B6-6B441B9394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2800" y="2893208"/>
            <a:ext cx="550800" cy="552155"/>
          </a:xfrm>
          <a:prstGeom prst="ellipse">
            <a:avLst/>
          </a:prstGeom>
          <a:ln>
            <a:solidFill>
              <a:srgbClr val="042956"/>
            </a:solidFill>
          </a:ln>
        </p:spPr>
        <p:txBody>
          <a:bodyPr>
            <a:normAutofit/>
          </a:bodyPr>
          <a:lstStyle>
            <a:lvl1pPr marL="0" indent="0">
              <a:defRPr sz="2800">
                <a:solidFill>
                  <a:srgbClr val="042956"/>
                </a:solidFill>
                <a:latin typeface="+mj-lt"/>
                <a:ea typeface="Microsoft YaHei UI" panose="020B0503020204020204" pitchFamily="34" charset="-122"/>
              </a:defRPr>
            </a:lvl1pPr>
          </a:lstStyle>
          <a:p>
            <a:pPr lvl="0"/>
            <a:r>
              <a:rPr lang="fr-FR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</a:t>
            </a:r>
            <a:endParaRPr lang="fr-FR" dirty="0"/>
          </a:p>
        </p:txBody>
      </p:sp>
      <p:sp>
        <p:nvSpPr>
          <p:cNvPr id="10" name="Espace réservé du texte 5">
            <a:extLst>
              <a:ext uri="{FF2B5EF4-FFF2-40B4-BE49-F238E27FC236}">
                <a16:creationId xmlns:a16="http://schemas.microsoft.com/office/drawing/2014/main" id="{FE008155-E8D3-4CE0-9E98-81D6E8D7DB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2800" y="3563474"/>
            <a:ext cx="550800" cy="552155"/>
          </a:xfrm>
          <a:prstGeom prst="ellipse">
            <a:avLst/>
          </a:prstGeom>
          <a:ln>
            <a:solidFill>
              <a:srgbClr val="042956"/>
            </a:solidFill>
          </a:ln>
        </p:spPr>
        <p:txBody>
          <a:bodyPr>
            <a:normAutofit/>
          </a:bodyPr>
          <a:lstStyle>
            <a:lvl1pPr marL="0" indent="0">
              <a:defRPr sz="2800">
                <a:solidFill>
                  <a:srgbClr val="042956"/>
                </a:solidFill>
                <a:latin typeface="+mj-lt"/>
                <a:ea typeface="Microsoft YaHei UI" panose="020B0503020204020204" pitchFamily="34" charset="-122"/>
              </a:defRPr>
            </a:lvl1pPr>
          </a:lstStyle>
          <a:p>
            <a:pPr lvl="0"/>
            <a:r>
              <a:rPr lang="fr-FR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</a:t>
            </a:r>
            <a:endParaRPr lang="fr-FR" dirty="0"/>
          </a:p>
        </p:txBody>
      </p:sp>
      <p:sp>
        <p:nvSpPr>
          <p:cNvPr id="11" name="Espace réservé du texte 5">
            <a:extLst>
              <a:ext uri="{FF2B5EF4-FFF2-40B4-BE49-F238E27FC236}">
                <a16:creationId xmlns:a16="http://schemas.microsoft.com/office/drawing/2014/main" id="{83EB2D30-59C5-4C66-918B-FD690BE02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800" y="4233740"/>
            <a:ext cx="550800" cy="552155"/>
          </a:xfrm>
          <a:prstGeom prst="ellipse">
            <a:avLst/>
          </a:prstGeom>
          <a:ln>
            <a:solidFill>
              <a:srgbClr val="042956"/>
            </a:solidFill>
          </a:ln>
        </p:spPr>
        <p:txBody>
          <a:bodyPr>
            <a:normAutofit/>
          </a:bodyPr>
          <a:lstStyle>
            <a:lvl1pPr marL="0" indent="0">
              <a:defRPr sz="2800">
                <a:solidFill>
                  <a:srgbClr val="042956"/>
                </a:solidFill>
                <a:latin typeface="+mj-lt"/>
                <a:ea typeface="Microsoft YaHei UI" panose="020B0503020204020204" pitchFamily="34" charset="-122"/>
              </a:defRPr>
            </a:lvl1pPr>
          </a:lstStyle>
          <a:p>
            <a:pPr lvl="0"/>
            <a:r>
              <a:rPr lang="fr-FR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</a:t>
            </a:r>
            <a:endParaRPr lang="fr-FR" dirty="0"/>
          </a:p>
        </p:txBody>
      </p:sp>
      <p:sp>
        <p:nvSpPr>
          <p:cNvPr id="12" name="Espace réservé du texte 5">
            <a:extLst>
              <a:ext uri="{FF2B5EF4-FFF2-40B4-BE49-F238E27FC236}">
                <a16:creationId xmlns:a16="http://schemas.microsoft.com/office/drawing/2014/main" id="{EBBF32D5-0E56-4C13-A676-5EB13D185CC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2800" y="4904006"/>
            <a:ext cx="550800" cy="552155"/>
          </a:xfrm>
          <a:prstGeom prst="ellipse">
            <a:avLst/>
          </a:prstGeom>
          <a:ln>
            <a:solidFill>
              <a:srgbClr val="042956"/>
            </a:solidFill>
          </a:ln>
        </p:spPr>
        <p:txBody>
          <a:bodyPr>
            <a:normAutofit/>
          </a:bodyPr>
          <a:lstStyle>
            <a:lvl1pPr marL="0" indent="0">
              <a:defRPr sz="2800">
                <a:solidFill>
                  <a:srgbClr val="042956"/>
                </a:solidFill>
                <a:latin typeface="+mj-lt"/>
                <a:ea typeface="Microsoft YaHei UI" panose="020B0503020204020204" pitchFamily="34" charset="-122"/>
              </a:defRPr>
            </a:lvl1pPr>
          </a:lstStyle>
          <a:p>
            <a:pPr lvl="0"/>
            <a:r>
              <a:rPr lang="fr-FR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5</a:t>
            </a:r>
            <a:endParaRPr lang="fr-FR" dirty="0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E50D2484-F9CA-48AC-9853-3BD185F8D89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312861" y="2268839"/>
            <a:ext cx="6113979" cy="4247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defRPr sz="2400">
                <a:solidFill>
                  <a:srgbClr val="374767"/>
                </a:solidFill>
                <a:latin typeface="+mj-lt"/>
                <a:ea typeface="Microsoft JhengHei UI Light" panose="020B0304030504040204" pitchFamily="34" charset="-12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15" name="Espace réservé du texte 12">
            <a:extLst>
              <a:ext uri="{FF2B5EF4-FFF2-40B4-BE49-F238E27FC236}">
                <a16:creationId xmlns:a16="http://schemas.microsoft.com/office/drawing/2014/main" id="{E869FF4C-E0A2-45E7-A0F3-072DD341AB5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312862" y="2956919"/>
            <a:ext cx="6113979" cy="4247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defRPr sz="2400">
                <a:solidFill>
                  <a:srgbClr val="374767"/>
                </a:solidFill>
                <a:latin typeface="+mj-lt"/>
                <a:ea typeface="Microsoft JhengHei UI Light" panose="020B0304030504040204" pitchFamily="34" charset="-12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16" name="Espace réservé du texte 12">
            <a:extLst>
              <a:ext uri="{FF2B5EF4-FFF2-40B4-BE49-F238E27FC236}">
                <a16:creationId xmlns:a16="http://schemas.microsoft.com/office/drawing/2014/main" id="{E540B716-A3CB-4DD3-A06A-0E3DDFD3F7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312861" y="3632216"/>
            <a:ext cx="6113979" cy="4247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defRPr sz="2400">
                <a:solidFill>
                  <a:srgbClr val="374767"/>
                </a:solidFill>
                <a:latin typeface="+mj-lt"/>
                <a:ea typeface="Microsoft JhengHei UI Light" panose="020B0304030504040204" pitchFamily="34" charset="-12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17" name="Espace réservé du texte 12">
            <a:extLst>
              <a:ext uri="{FF2B5EF4-FFF2-40B4-BE49-F238E27FC236}">
                <a16:creationId xmlns:a16="http://schemas.microsoft.com/office/drawing/2014/main" id="{6493896F-2894-4A50-A4A1-4790EB332DE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312861" y="4297451"/>
            <a:ext cx="6113979" cy="4247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defRPr sz="2400">
                <a:solidFill>
                  <a:srgbClr val="374767"/>
                </a:solidFill>
                <a:latin typeface="+mj-lt"/>
                <a:ea typeface="Microsoft JhengHei UI Light" panose="020B0304030504040204" pitchFamily="34" charset="-12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18" name="Espace réservé du texte 12">
            <a:extLst>
              <a:ext uri="{FF2B5EF4-FFF2-40B4-BE49-F238E27FC236}">
                <a16:creationId xmlns:a16="http://schemas.microsoft.com/office/drawing/2014/main" id="{E4A9BBB4-91BA-4332-BFAA-2C841AE0572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312861" y="4962686"/>
            <a:ext cx="6113979" cy="4247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defRPr sz="2400">
                <a:solidFill>
                  <a:srgbClr val="374767"/>
                </a:solidFill>
                <a:latin typeface="+mj-lt"/>
                <a:ea typeface="Microsoft JhengHei UI Light" panose="020B0304030504040204" pitchFamily="34" charset="-120"/>
              </a:defRPr>
            </a:lvl1pPr>
          </a:lstStyle>
          <a:p>
            <a:pPr lvl="0"/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A6440CC0-F018-4BDE-949A-6FF60A48032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91521" y="260358"/>
            <a:ext cx="1859441" cy="178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24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uter_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5" descr="Résultat de recherche d'images pour &quot;supinfo&quot;">
            <a:extLst>
              <a:ext uri="{FF2B5EF4-FFF2-40B4-BE49-F238E27FC236}">
                <a16:creationId xmlns:a16="http://schemas.microsoft.com/office/drawing/2014/main" id="{89A73614-6DA6-4B69-B168-71262490AE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637" y="0"/>
            <a:ext cx="4003200" cy="1989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B1C8FC9-8BA4-40CF-A1C5-C848CA28A6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dirty="0"/>
              <a:t>Titre du slide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ED70952B-AFEA-4B02-A978-DA94B480011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178397" y="1089247"/>
            <a:ext cx="5835207" cy="5835207"/>
            <a:chOff x="2571307" y="74428"/>
            <a:chExt cx="6858000" cy="6858000"/>
          </a:xfrm>
        </p:grpSpPr>
        <p:pic>
          <p:nvPicPr>
            <p:cNvPr id="5122" name="Picture 2" descr="Résultat de recherche d'images pour &quot;apple imac&quot;">
              <a:extLst>
                <a:ext uri="{FF2B5EF4-FFF2-40B4-BE49-F238E27FC236}">
                  <a16:creationId xmlns:a16="http://schemas.microsoft.com/office/drawing/2014/main" id="{A693725F-4481-4F57-AEF9-2AD28C4C925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6800" r="93100">
                          <a14:foregroundMark x1="7900" y1="42500" x2="7900" y2="42500"/>
                          <a14:foregroundMark x1="6800" y1="53500" x2="6800" y2="53500"/>
                          <a14:foregroundMark x1="6800" y1="59200" x2="6800" y2="59200"/>
                          <a14:foregroundMark x1="9900" y1="62300" x2="9900" y2="62300"/>
                          <a14:foregroundMark x1="14100" y1="62300" x2="14100" y2="62300"/>
                          <a14:foregroundMark x1="17600" y1="62800" x2="42500" y2="63800"/>
                          <a14:foregroundMark x1="42500" y1="63800" x2="59300" y2="62400"/>
                          <a14:foregroundMark x1="59300" y1="62400" x2="82373" y2="62924"/>
                          <a14:foregroundMark x1="90989" y1="62952" x2="91300" y2="62900"/>
                          <a14:foregroundMark x1="7900" y1="56000" x2="6900" y2="17300"/>
                          <a14:foregroundMark x1="6900" y1="17300" x2="12200" y2="12200"/>
                          <a14:foregroundMark x1="12200" y1="12200" x2="19300" y2="12200"/>
                          <a14:foregroundMark x1="19300" y1="12200" x2="27500" y2="11900"/>
                          <a14:foregroundMark x1="27500" y1="11900" x2="92500" y2="14300"/>
                          <a14:foregroundMark x1="92500" y1="14300" x2="93100" y2="27000"/>
                          <a14:foregroundMark x1="50200" y1="68100" x2="56400" y2="71600"/>
                          <a14:foregroundMark x1="56400" y1="71600" x2="49400" y2="71100"/>
                          <a14:foregroundMark x1="49400" y1="71100" x2="50500" y2="70900"/>
                          <a14:foregroundMark x1="44000" y1="71000" x2="17500" y2="70800"/>
                          <a14:foregroundMark x1="17500" y1="70800" x2="9100" y2="68400"/>
                          <a14:foregroundMark x1="9100" y1="68400" x2="31600" y2="67800"/>
                          <a14:foregroundMark x1="31600" y1="67800" x2="81200" y2="70100"/>
                          <a14:foregroundMark x1="81200" y1="70100" x2="73900" y2="74000"/>
                          <a14:foregroundMark x1="73900" y1="74000" x2="18100" y2="74400"/>
                          <a14:foregroundMark x1="79500" y1="68700" x2="87600" y2="68000"/>
                          <a14:foregroundMark x1="87600" y1="68000" x2="88600" y2="75100"/>
                          <a14:foregroundMark x1="88600" y1="75100" x2="80900" y2="75200"/>
                          <a14:foregroundMark x1="80900" y1="75200" x2="83700" y2="67800"/>
                          <a14:foregroundMark x1="83700" y1="67800" x2="85400" y2="70700"/>
                          <a14:foregroundMark x1="91413" y1="60900" x2="91100" y2="67100"/>
                          <a14:foregroundMark x1="91423" y1="60700" x2="91413" y2="60900"/>
                          <a14:foregroundMark x1="93000" y1="29500" x2="91428" y2="60600"/>
                          <a14:foregroundMark x1="40400" y1="75700" x2="41600" y2="83400"/>
                          <a14:foregroundMark x1="41600" y1="83400" x2="47900" y2="87500"/>
                          <a14:foregroundMark x1="47900" y1="87500" x2="55700" y2="87100"/>
                          <a14:foregroundMark x1="55700" y1="87100" x2="57200" y2="80000"/>
                          <a14:foregroundMark x1="57200" y1="80000" x2="51500" y2="76100"/>
                          <a14:foregroundMark x1="51500" y1="76100" x2="43800" y2="76900"/>
                          <a14:foregroundMark x1="43800" y1="76900" x2="51300" y2="78000"/>
                          <a14:foregroundMark x1="51300" y1="78000" x2="44200" y2="81800"/>
                          <a14:foregroundMark x1="44200" y1="81800" x2="52900" y2="82800"/>
                          <a14:foregroundMark x1="52900" y1="82800" x2="45300" y2="84900"/>
                          <a14:foregroundMark x1="45300" y1="84900" x2="53900" y2="86000"/>
                          <a14:foregroundMark x1="53900" y1="86000" x2="46800" y2="86100"/>
                          <a14:foregroundMark x1="46800" y1="86100" x2="49700" y2="86000"/>
                          <a14:foregroundMark x1="39000" y1="86400" x2="39900" y2="88400"/>
                          <a14:foregroundMark x1="39500" y1="88400" x2="36500" y2="88100"/>
                          <a14:foregroundMark x1="59200" y1="88800" x2="61200" y2="88100"/>
                          <a14:foregroundMark x1="62200" y1="88100" x2="63043" y2="88205"/>
                          <a14:foregroundMark x1="62200" y1="87100" x2="63500" y2="87700"/>
                          <a14:foregroundMark x1="64000" y1="88300" x2="64200" y2="88500"/>
                          <a14:foregroundMark x1="35600" y1="88700" x2="36600" y2="88200"/>
                          <a14:foregroundMark x1="35800" y1="88200" x2="35600" y2="88200"/>
                          <a14:backgroundMark x1="64100" y1="87200" x2="64800" y2="87700"/>
                          <a14:backgroundMark x1="27300" y1="27000" x2="21400" y2="31300"/>
                          <a14:backgroundMark x1="21400" y1="31300" x2="30200" y2="27600"/>
                          <a14:backgroundMark x1="30200" y1="27600" x2="22700" y2="35600"/>
                          <a14:backgroundMark x1="22700" y1="35600" x2="30700" y2="33900"/>
                          <a14:backgroundMark x1="30700" y1="33900" x2="22300" y2="41100"/>
                          <a14:backgroundMark x1="22300" y1="41100" x2="24600" y2="38900"/>
                          <a14:backgroundMark x1="17500" y1="44600" x2="17100" y2="35500"/>
                          <a14:backgroundMark x1="17100" y1="35500" x2="14600" y2="28600"/>
                          <a14:backgroundMark x1="14600" y1="28600" x2="23400" y2="23100"/>
                          <a14:backgroundMark x1="23400" y1="23100" x2="40800" y2="22600"/>
                          <a14:backgroundMark x1="40800" y1="22600" x2="39200" y2="31000"/>
                          <a14:backgroundMark x1="39200" y1="31000" x2="27400" y2="41600"/>
                          <a14:backgroundMark x1="27400" y1="41600" x2="17500" y2="45100"/>
                          <a14:backgroundMark x1="36800" y1="26200" x2="44600" y2="22400"/>
                          <a14:backgroundMark x1="44600" y1="22400" x2="70600" y2="20300"/>
                          <a14:backgroundMark x1="70600" y1="20300" x2="81200" y2="20300"/>
                          <a14:backgroundMark x1="81200" y1="20300" x2="84900" y2="28100"/>
                          <a14:backgroundMark x1="84900" y1="28100" x2="84900" y2="52600"/>
                          <a14:backgroundMark x1="84900" y1="52600" x2="83000" y2="59300"/>
                          <a14:backgroundMark x1="83000" y1="59300" x2="27700" y2="57500"/>
                          <a14:backgroundMark x1="27700" y1="57500" x2="44600" y2="58900"/>
                          <a14:backgroundMark x1="44600" y1="58900" x2="53100" y2="58100"/>
                          <a14:backgroundMark x1="53100" y1="58100" x2="66200" y2="53100"/>
                          <a14:backgroundMark x1="66200" y1="53100" x2="60000" y2="49800"/>
                          <a14:backgroundMark x1="60000" y1="49800" x2="50600" y2="51700"/>
                          <a14:backgroundMark x1="50600" y1="51700" x2="73000" y2="42700"/>
                          <a14:backgroundMark x1="73000" y1="42700" x2="40200" y2="41700"/>
                          <a14:backgroundMark x1="40200" y1="41700" x2="69200" y2="35200"/>
                          <a14:backgroundMark x1="69200" y1="35200" x2="43100" y2="33400"/>
                          <a14:backgroundMark x1="43100" y1="33400" x2="66600" y2="31100"/>
                          <a14:backgroundMark x1="66600" y1="31100" x2="56300" y2="29600"/>
                          <a14:backgroundMark x1="56300" y1="29600" x2="63400" y2="24500"/>
                          <a14:backgroundMark x1="63400" y1="24500" x2="63500" y2="24500"/>
                          <a14:backgroundMark x1="41600" y1="52900" x2="31100" y2="55000"/>
                          <a14:backgroundMark x1="31100" y1="55000" x2="24500" y2="51900"/>
                          <a14:backgroundMark x1="24500" y1="51900" x2="20400" y2="58100"/>
                          <a14:backgroundMark x1="20400" y1="58100" x2="18200" y2="59000"/>
                          <a14:backgroundMark x1="86000" y1="22900" x2="86300" y2="29900"/>
                          <a14:backgroundMark x1="86300" y1="29900" x2="87700" y2="23500"/>
                          <a14:backgroundMark x1="88500" y1="26700" x2="88400" y2="31000"/>
                          <a14:backgroundMark x1="89300" y1="60300" x2="83600" y2="60300"/>
                          <a14:backgroundMark x1="83700" y1="60800" x2="87000" y2="60700"/>
                          <a14:backgroundMark x1="89300" y1="60600" x2="89300" y2="60700"/>
                          <a14:backgroundMark x1="89600" y1="60900" x2="89600" y2="60900"/>
                          <a14:backgroundMark x1="88800" y1="60800" x2="88400" y2="60800"/>
                          <a14:backgroundMark x1="87700" y1="60800" x2="87700" y2="60800"/>
                          <a14:backgroundMark x1="87200" y1="60800" x2="87200" y2="60800"/>
                          <a14:backgroundMark x1="86700" y1="60800" x2="86500" y2="60900"/>
                          <a14:backgroundMark x1="85100" y1="60900" x2="85000" y2="60900"/>
                          <a14:backgroundMark x1="89700" y1="60900" x2="89700" y2="60900"/>
                          <a14:backgroundMark x1="89800" y1="60700" x2="89800" y2="60700"/>
                          <a14:backgroundMark x1="12500" y1="60700" x2="12500" y2="60700"/>
                          <a14:backgroundMark x1="42000" y1="16900" x2="80200" y2="17300"/>
                          <a14:backgroundMark x1="80200" y1="17300" x2="74100" y2="166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71307" y="74428"/>
              <a:ext cx="6858000" cy="685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Organigramme : Procédé 5">
              <a:extLst>
                <a:ext uri="{FF2B5EF4-FFF2-40B4-BE49-F238E27FC236}">
                  <a16:creationId xmlns:a16="http://schemas.microsoft.com/office/drawing/2014/main" id="{FCA1D133-BB95-43EB-90B7-9ACCF2035813}"/>
                </a:ext>
              </a:extLst>
            </p:cNvPr>
            <p:cNvSpPr/>
            <p:nvPr userDrawn="1"/>
          </p:nvSpPr>
          <p:spPr>
            <a:xfrm>
              <a:off x="3225800" y="1153135"/>
              <a:ext cx="5543549" cy="3133115"/>
            </a:xfrm>
            <a:prstGeom prst="flowChartProces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86C3CB48-E47B-40CA-8DDF-DF8EFC52F3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95300" y="2006600"/>
            <a:ext cx="2832100" cy="404495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defRPr sz="2400">
                <a:solidFill>
                  <a:srgbClr val="374767"/>
                </a:solidFill>
                <a:latin typeface="+mj-lt"/>
                <a:ea typeface="Microsoft JhengHei UI Light" panose="020B0304030504040204" pitchFamily="34" charset="-12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12" name="Espace réservé du texte 9">
            <a:extLst>
              <a:ext uri="{FF2B5EF4-FFF2-40B4-BE49-F238E27FC236}">
                <a16:creationId xmlns:a16="http://schemas.microsoft.com/office/drawing/2014/main" id="{3A7906BD-624D-49D0-853A-4EBE7126A9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12004" y="2012950"/>
            <a:ext cx="2832100" cy="404495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defRPr sz="2400">
                <a:solidFill>
                  <a:srgbClr val="374767"/>
                </a:solidFill>
                <a:latin typeface="+mj-lt"/>
                <a:ea typeface="Microsoft JhengHei UI Light" panose="020B0304030504040204" pitchFamily="34" charset="-120"/>
              </a:defRPr>
            </a:lvl1pPr>
          </a:lstStyle>
          <a:p>
            <a:pPr lvl="0"/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77817AD-D241-4732-B89A-4407A28311E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91726" y="243603"/>
            <a:ext cx="1920406" cy="178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9705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_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5" descr="Résultat de recherche d'images pour &quot;supinfo&quot;">
            <a:extLst>
              <a:ext uri="{FF2B5EF4-FFF2-40B4-BE49-F238E27FC236}">
                <a16:creationId xmlns:a16="http://schemas.microsoft.com/office/drawing/2014/main" id="{89A73614-6DA6-4B69-B168-71262490AE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637" y="0"/>
            <a:ext cx="4003200" cy="1989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B1C8FC9-8BA4-40CF-A1C5-C848CA28A6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dirty="0"/>
              <a:t>Titre du slide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95AD72CA-770F-40FA-9DC2-BEDF81F4EB7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907808" y="1581904"/>
            <a:ext cx="2376384" cy="4706746"/>
            <a:chOff x="4505342" y="50800"/>
            <a:chExt cx="3462528" cy="6858000"/>
          </a:xfrm>
        </p:grpSpPr>
        <p:pic>
          <p:nvPicPr>
            <p:cNvPr id="8" name="Image 7">
              <a:extLst>
                <a:ext uri="{FF2B5EF4-FFF2-40B4-BE49-F238E27FC236}">
                  <a16:creationId xmlns:a16="http://schemas.microsoft.com/office/drawing/2014/main" id="{E22EA403-5A13-470D-8314-CDC1A14CCD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4505342" y="50800"/>
              <a:ext cx="3462528" cy="6858000"/>
            </a:xfrm>
            <a:prstGeom prst="rect">
              <a:avLst/>
            </a:prstGeom>
          </p:spPr>
        </p:pic>
        <p:sp>
          <p:nvSpPr>
            <p:cNvPr id="9" name="Organigramme : Procédé 8">
              <a:extLst>
                <a:ext uri="{FF2B5EF4-FFF2-40B4-BE49-F238E27FC236}">
                  <a16:creationId xmlns:a16="http://schemas.microsoft.com/office/drawing/2014/main" id="{4127AFF6-7653-4CEB-9D6F-32BEC2A3117E}"/>
                </a:ext>
              </a:extLst>
            </p:cNvPr>
            <p:cNvSpPr/>
            <p:nvPr userDrawn="1"/>
          </p:nvSpPr>
          <p:spPr>
            <a:xfrm>
              <a:off x="5191600" y="1416050"/>
              <a:ext cx="2159000" cy="3835400"/>
            </a:xfrm>
            <a:prstGeom prst="flowChartProces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2" name="Espace réservé du texte 9">
            <a:extLst>
              <a:ext uri="{FF2B5EF4-FFF2-40B4-BE49-F238E27FC236}">
                <a16:creationId xmlns:a16="http://schemas.microsoft.com/office/drawing/2014/main" id="{2BE41748-C32D-4636-B173-C17336444F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95300" y="2006600"/>
            <a:ext cx="3835400" cy="404495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defRPr sz="2400">
                <a:solidFill>
                  <a:srgbClr val="374767"/>
                </a:solidFill>
                <a:latin typeface="+mj-lt"/>
                <a:ea typeface="Microsoft JhengHei UI Light" panose="020B0304030504040204" pitchFamily="34" charset="-12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BDD2A6E3-1BCA-463B-B424-962FF8B6E5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61300" y="2015040"/>
            <a:ext cx="3835400" cy="404495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defRPr sz="2400">
                <a:solidFill>
                  <a:srgbClr val="374767"/>
                </a:solidFill>
                <a:latin typeface="+mj-lt"/>
                <a:ea typeface="Microsoft JhengHei UI Light" panose="020B0304030504040204" pitchFamily="34" charset="-120"/>
              </a:defRPr>
            </a:lvl1pPr>
          </a:lstStyle>
          <a:p>
            <a:pPr lvl="0"/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96AF956-FC8A-4B02-BAB1-E8C21948CF0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0163" y="73059"/>
            <a:ext cx="1664352" cy="213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5443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_Clas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5" descr="Résultat de recherche d'images pour &quot;supinfo&quot;">
            <a:extLst>
              <a:ext uri="{FF2B5EF4-FFF2-40B4-BE49-F238E27FC236}">
                <a16:creationId xmlns:a16="http://schemas.microsoft.com/office/drawing/2014/main" id="{89A73614-6DA6-4B69-B168-71262490AE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637" y="0"/>
            <a:ext cx="4003200" cy="1989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BBAB4F2B-A21C-4AA8-A135-9908B95149CD}"/>
              </a:ext>
            </a:extLst>
          </p:cNvPr>
          <p:cNvSpPr txBox="1"/>
          <p:nvPr userDrawn="1"/>
        </p:nvSpPr>
        <p:spPr>
          <a:xfrm>
            <a:off x="4821224" y="1548543"/>
            <a:ext cx="2743059" cy="581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FontAwesome" pitchFamily="2" charset="0"/>
              <a:buNone/>
              <a:tabLst/>
              <a:defRPr/>
            </a:pPr>
            <a:r>
              <a:rPr lang="fr-FR" sz="41300" b="0" kern="1200" dirty="0">
                <a:solidFill>
                  <a:srgbClr val="04295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Microsoft YaHei UI" panose="020B0503020204020204" pitchFamily="34" charset="-122"/>
                <a:cs typeface="+mn-cs"/>
              </a:rPr>
              <a:t>?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788BA8E-A2BD-4DA2-A783-0E7A45644906}"/>
              </a:ext>
            </a:extLst>
          </p:cNvPr>
          <p:cNvSpPr txBox="1"/>
          <p:nvPr userDrawn="1"/>
        </p:nvSpPr>
        <p:spPr>
          <a:xfrm>
            <a:off x="1595230" y="596539"/>
            <a:ext cx="38772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b="0" i="0" kern="1200" dirty="0" err="1">
                <a:solidFill>
                  <a:srgbClr val="042956"/>
                </a:solidFill>
                <a:effectLst/>
                <a:latin typeface="+mn-lt"/>
                <a:ea typeface="Microsoft YaHei UI" panose="020B0503020204020204" pitchFamily="34" charset="-122"/>
                <a:cs typeface="+mj-cs"/>
              </a:rPr>
              <a:t>Any</a:t>
            </a:r>
            <a:r>
              <a:rPr lang="fr-FR" sz="4400" b="0" i="0" kern="1200" dirty="0">
                <a:solidFill>
                  <a:srgbClr val="042956"/>
                </a:solidFill>
                <a:effectLst/>
                <a:latin typeface="+mn-lt"/>
                <a:ea typeface="Microsoft YaHei UI" panose="020B0503020204020204" pitchFamily="34" charset="-122"/>
                <a:cs typeface="+mj-cs"/>
              </a:rPr>
              <a:t> Questions ?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31DBE9A3-8686-4980-AF42-9B9A68E0A51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57137" y="215000"/>
            <a:ext cx="173751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7542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_Light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5" descr="Résultat de recherche d'images pour &quot;supinfo&quot;">
            <a:extLst>
              <a:ext uri="{FF2B5EF4-FFF2-40B4-BE49-F238E27FC236}">
                <a16:creationId xmlns:a16="http://schemas.microsoft.com/office/drawing/2014/main" id="{89A73614-6DA6-4B69-B168-71262490AE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637" y="0"/>
            <a:ext cx="4003200" cy="1989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5" descr="Résultat de recherche d'images pour &quot;supinfo&quot;">
            <a:extLst>
              <a:ext uri="{FF2B5EF4-FFF2-40B4-BE49-F238E27FC236}">
                <a16:creationId xmlns:a16="http://schemas.microsoft.com/office/drawing/2014/main" id="{57A5F696-1618-457B-98B1-9EFDCC0150C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637" y="0"/>
            <a:ext cx="4003200" cy="1989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82C6849F-83A9-4CFB-A8F5-4997537DB7EB}"/>
              </a:ext>
            </a:extLst>
          </p:cNvPr>
          <p:cNvSpPr txBox="1"/>
          <p:nvPr userDrawn="1"/>
        </p:nvSpPr>
        <p:spPr>
          <a:xfrm>
            <a:off x="6538654" y="1765971"/>
            <a:ext cx="2315057" cy="48567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FontAwesome" pitchFamily="2" charset="0"/>
              <a:buNone/>
              <a:tabLst/>
              <a:defRPr/>
            </a:pPr>
            <a:r>
              <a:rPr lang="fr-FR" sz="34400" b="0" kern="1200" dirty="0">
                <a:solidFill>
                  <a:srgbClr val="04295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Microsoft YaHei UI" panose="020B0503020204020204" pitchFamily="34" charset="-122"/>
                <a:cs typeface="+mn-cs"/>
              </a:rPr>
              <a:t>?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C91562C-0393-492B-B043-7AE9D8334C9A}"/>
              </a:ext>
            </a:extLst>
          </p:cNvPr>
          <p:cNvSpPr txBox="1"/>
          <p:nvPr userDrawn="1"/>
        </p:nvSpPr>
        <p:spPr>
          <a:xfrm>
            <a:off x="205954" y="3498489"/>
            <a:ext cx="46853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fr-FR" sz="6000" b="0" i="0" kern="1200" dirty="0" err="1">
                <a:solidFill>
                  <a:srgbClr val="374767"/>
                </a:solidFill>
                <a:effectLst/>
                <a:latin typeface="+mn-lt"/>
                <a:ea typeface="Microsoft YaHei UI" panose="020B0503020204020204" pitchFamily="34" charset="-122"/>
                <a:cs typeface="+mj-cs"/>
              </a:rPr>
              <a:t>Any</a:t>
            </a:r>
            <a:r>
              <a:rPr lang="fr-FR" sz="6000" b="0" i="0" kern="1200" dirty="0">
                <a:solidFill>
                  <a:srgbClr val="374767"/>
                </a:solidFill>
                <a:effectLst/>
                <a:latin typeface="+mn-lt"/>
                <a:ea typeface="Microsoft YaHei UI" panose="020B0503020204020204" pitchFamily="34" charset="-122"/>
                <a:cs typeface="+mj-cs"/>
              </a:rPr>
              <a:t> Questions</a:t>
            </a:r>
          </a:p>
        </p:txBody>
      </p:sp>
    </p:spTree>
    <p:extLst>
      <p:ext uri="{BB962C8B-B14F-4D97-AF65-F5344CB8AC3E}">
        <p14:creationId xmlns:p14="http://schemas.microsoft.com/office/powerpoint/2010/main" val="38847313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_Dark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5">
            <a:extLst>
              <a:ext uri="{FF2B5EF4-FFF2-40B4-BE49-F238E27FC236}">
                <a16:creationId xmlns:a16="http://schemas.microsoft.com/office/drawing/2014/main" id="{32C83E78-EA9B-4888-AF6D-C983BBF6CCFE}"/>
              </a:ext>
            </a:extLst>
          </p:cNvPr>
          <p:cNvSpPr/>
          <p:nvPr userDrawn="1"/>
        </p:nvSpPr>
        <p:spPr>
          <a:xfrm rot="20463607">
            <a:off x="6294321" y="-1338222"/>
            <a:ext cx="6751597" cy="8813460"/>
          </a:xfrm>
          <a:custGeom>
            <a:avLst/>
            <a:gdLst>
              <a:gd name="connsiteX0" fmla="*/ 0 w 7420099"/>
              <a:gd name="connsiteY0" fmla="*/ 0 h 9454600"/>
              <a:gd name="connsiteX1" fmla="*/ 7420099 w 7420099"/>
              <a:gd name="connsiteY1" fmla="*/ 0 h 9454600"/>
              <a:gd name="connsiteX2" fmla="*/ 7420099 w 7420099"/>
              <a:gd name="connsiteY2" fmla="*/ 9454600 h 9454600"/>
              <a:gd name="connsiteX3" fmla="*/ 0 w 7420099"/>
              <a:gd name="connsiteY3" fmla="*/ 9454600 h 9454600"/>
              <a:gd name="connsiteX4" fmla="*/ 0 w 7420099"/>
              <a:gd name="connsiteY4" fmla="*/ 0 h 9454600"/>
              <a:gd name="connsiteX0" fmla="*/ 0 w 7624143"/>
              <a:gd name="connsiteY0" fmla="*/ 594614 h 9454600"/>
              <a:gd name="connsiteX1" fmla="*/ 7624143 w 7624143"/>
              <a:gd name="connsiteY1" fmla="*/ 0 h 9454600"/>
              <a:gd name="connsiteX2" fmla="*/ 7624143 w 7624143"/>
              <a:gd name="connsiteY2" fmla="*/ 9454600 h 9454600"/>
              <a:gd name="connsiteX3" fmla="*/ 204044 w 7624143"/>
              <a:gd name="connsiteY3" fmla="*/ 9454600 h 9454600"/>
              <a:gd name="connsiteX4" fmla="*/ 0 w 7624143"/>
              <a:gd name="connsiteY4" fmla="*/ 594614 h 9454600"/>
              <a:gd name="connsiteX0" fmla="*/ 0 w 7609091"/>
              <a:gd name="connsiteY0" fmla="*/ 527274 h 9454600"/>
              <a:gd name="connsiteX1" fmla="*/ 7609091 w 7609091"/>
              <a:gd name="connsiteY1" fmla="*/ 0 h 9454600"/>
              <a:gd name="connsiteX2" fmla="*/ 7609091 w 7609091"/>
              <a:gd name="connsiteY2" fmla="*/ 9454600 h 9454600"/>
              <a:gd name="connsiteX3" fmla="*/ 188992 w 7609091"/>
              <a:gd name="connsiteY3" fmla="*/ 9454600 h 9454600"/>
              <a:gd name="connsiteX4" fmla="*/ 0 w 7609091"/>
              <a:gd name="connsiteY4" fmla="*/ 527274 h 9454600"/>
              <a:gd name="connsiteX0" fmla="*/ 0 w 7609091"/>
              <a:gd name="connsiteY0" fmla="*/ 0 h 8927326"/>
              <a:gd name="connsiteX1" fmla="*/ 7458540 w 7609091"/>
              <a:gd name="connsiteY1" fmla="*/ 2200440 h 8927326"/>
              <a:gd name="connsiteX2" fmla="*/ 7609091 w 7609091"/>
              <a:gd name="connsiteY2" fmla="*/ 8927326 h 8927326"/>
              <a:gd name="connsiteX3" fmla="*/ 188992 w 7609091"/>
              <a:gd name="connsiteY3" fmla="*/ 8927326 h 8927326"/>
              <a:gd name="connsiteX4" fmla="*/ 0 w 7609091"/>
              <a:gd name="connsiteY4" fmla="*/ 0 h 8927326"/>
              <a:gd name="connsiteX0" fmla="*/ 0 w 7609091"/>
              <a:gd name="connsiteY0" fmla="*/ 0 h 8927326"/>
              <a:gd name="connsiteX1" fmla="*/ 7311206 w 7609091"/>
              <a:gd name="connsiteY1" fmla="*/ 2512409 h 8927326"/>
              <a:gd name="connsiteX2" fmla="*/ 7609091 w 7609091"/>
              <a:gd name="connsiteY2" fmla="*/ 8927326 h 8927326"/>
              <a:gd name="connsiteX3" fmla="*/ 188992 w 7609091"/>
              <a:gd name="connsiteY3" fmla="*/ 8927326 h 8927326"/>
              <a:gd name="connsiteX4" fmla="*/ 0 w 7609091"/>
              <a:gd name="connsiteY4" fmla="*/ 0 h 8927326"/>
              <a:gd name="connsiteX0" fmla="*/ 0 w 7609091"/>
              <a:gd name="connsiteY0" fmla="*/ 0 h 8927326"/>
              <a:gd name="connsiteX1" fmla="*/ 6738378 w 7609091"/>
              <a:gd name="connsiteY1" fmla="*/ 2342695 h 8927326"/>
              <a:gd name="connsiteX2" fmla="*/ 7609091 w 7609091"/>
              <a:gd name="connsiteY2" fmla="*/ 8927326 h 8927326"/>
              <a:gd name="connsiteX3" fmla="*/ 188992 w 7609091"/>
              <a:gd name="connsiteY3" fmla="*/ 8927326 h 8927326"/>
              <a:gd name="connsiteX4" fmla="*/ 0 w 7609091"/>
              <a:gd name="connsiteY4" fmla="*/ 0 h 8927326"/>
              <a:gd name="connsiteX0" fmla="*/ 0 w 7609091"/>
              <a:gd name="connsiteY0" fmla="*/ 0 h 8927326"/>
              <a:gd name="connsiteX1" fmla="*/ 6735818 w 7609091"/>
              <a:gd name="connsiteY1" fmla="*/ 2291465 h 8927326"/>
              <a:gd name="connsiteX2" fmla="*/ 7609091 w 7609091"/>
              <a:gd name="connsiteY2" fmla="*/ 8927326 h 8927326"/>
              <a:gd name="connsiteX3" fmla="*/ 188992 w 7609091"/>
              <a:gd name="connsiteY3" fmla="*/ 8927326 h 8927326"/>
              <a:gd name="connsiteX4" fmla="*/ 0 w 7609091"/>
              <a:gd name="connsiteY4" fmla="*/ 0 h 8927326"/>
              <a:gd name="connsiteX0" fmla="*/ 0 w 7620926"/>
              <a:gd name="connsiteY0" fmla="*/ 0 h 8951528"/>
              <a:gd name="connsiteX1" fmla="*/ 6747653 w 7620926"/>
              <a:gd name="connsiteY1" fmla="*/ 2315667 h 8951528"/>
              <a:gd name="connsiteX2" fmla="*/ 7620926 w 7620926"/>
              <a:gd name="connsiteY2" fmla="*/ 8951528 h 8951528"/>
              <a:gd name="connsiteX3" fmla="*/ 200827 w 7620926"/>
              <a:gd name="connsiteY3" fmla="*/ 8951528 h 8951528"/>
              <a:gd name="connsiteX4" fmla="*/ 0 w 7620926"/>
              <a:gd name="connsiteY4" fmla="*/ 0 h 8951528"/>
              <a:gd name="connsiteX0" fmla="*/ 0 w 7620926"/>
              <a:gd name="connsiteY0" fmla="*/ 0 h 8951528"/>
              <a:gd name="connsiteX1" fmla="*/ 6674870 w 7620926"/>
              <a:gd name="connsiteY1" fmla="*/ 2371252 h 8951528"/>
              <a:gd name="connsiteX2" fmla="*/ 7620926 w 7620926"/>
              <a:gd name="connsiteY2" fmla="*/ 8951528 h 8951528"/>
              <a:gd name="connsiteX3" fmla="*/ 200827 w 7620926"/>
              <a:gd name="connsiteY3" fmla="*/ 8951528 h 8951528"/>
              <a:gd name="connsiteX4" fmla="*/ 0 w 7620926"/>
              <a:gd name="connsiteY4" fmla="*/ 0 h 8951528"/>
              <a:gd name="connsiteX0" fmla="*/ 0 w 7620926"/>
              <a:gd name="connsiteY0" fmla="*/ 0 h 8951528"/>
              <a:gd name="connsiteX1" fmla="*/ 6789696 w 7620926"/>
              <a:gd name="connsiteY1" fmla="*/ 2330093 h 8951528"/>
              <a:gd name="connsiteX2" fmla="*/ 7620926 w 7620926"/>
              <a:gd name="connsiteY2" fmla="*/ 8951528 h 8951528"/>
              <a:gd name="connsiteX3" fmla="*/ 200827 w 7620926"/>
              <a:gd name="connsiteY3" fmla="*/ 8951528 h 8951528"/>
              <a:gd name="connsiteX4" fmla="*/ 0 w 7620926"/>
              <a:gd name="connsiteY4" fmla="*/ 0 h 8951528"/>
              <a:gd name="connsiteX0" fmla="*/ 0 w 7620926"/>
              <a:gd name="connsiteY0" fmla="*/ 0 h 8951528"/>
              <a:gd name="connsiteX1" fmla="*/ 6681584 w 7620926"/>
              <a:gd name="connsiteY1" fmla="*/ 2292994 h 8951528"/>
              <a:gd name="connsiteX2" fmla="*/ 7620926 w 7620926"/>
              <a:gd name="connsiteY2" fmla="*/ 8951528 h 8951528"/>
              <a:gd name="connsiteX3" fmla="*/ 200827 w 7620926"/>
              <a:gd name="connsiteY3" fmla="*/ 8951528 h 8951528"/>
              <a:gd name="connsiteX4" fmla="*/ 0 w 7620926"/>
              <a:gd name="connsiteY4" fmla="*/ 0 h 8951528"/>
              <a:gd name="connsiteX0" fmla="*/ 0 w 7620926"/>
              <a:gd name="connsiteY0" fmla="*/ 0 h 8951528"/>
              <a:gd name="connsiteX1" fmla="*/ 6751597 w 7620926"/>
              <a:gd name="connsiteY1" fmla="*/ 2323732 h 8951528"/>
              <a:gd name="connsiteX2" fmla="*/ 7620926 w 7620926"/>
              <a:gd name="connsiteY2" fmla="*/ 8951528 h 8951528"/>
              <a:gd name="connsiteX3" fmla="*/ 200827 w 7620926"/>
              <a:gd name="connsiteY3" fmla="*/ 8951528 h 8951528"/>
              <a:gd name="connsiteX4" fmla="*/ 0 w 7620926"/>
              <a:gd name="connsiteY4" fmla="*/ 0 h 8951528"/>
              <a:gd name="connsiteX0" fmla="*/ 0 w 7620926"/>
              <a:gd name="connsiteY0" fmla="*/ 0 h 8951528"/>
              <a:gd name="connsiteX1" fmla="*/ 6751597 w 7620926"/>
              <a:gd name="connsiteY1" fmla="*/ 2323732 h 8951528"/>
              <a:gd name="connsiteX2" fmla="*/ 7620926 w 7620926"/>
              <a:gd name="connsiteY2" fmla="*/ 8951528 h 8951528"/>
              <a:gd name="connsiteX3" fmla="*/ 596693 w 7620926"/>
              <a:gd name="connsiteY3" fmla="*/ 7261308 h 8951528"/>
              <a:gd name="connsiteX4" fmla="*/ 0 w 7620926"/>
              <a:gd name="connsiteY4" fmla="*/ 0 h 8951528"/>
              <a:gd name="connsiteX0" fmla="*/ 0 w 6751597"/>
              <a:gd name="connsiteY0" fmla="*/ 0 h 8800063"/>
              <a:gd name="connsiteX1" fmla="*/ 6751597 w 6751597"/>
              <a:gd name="connsiteY1" fmla="*/ 2323732 h 8800063"/>
              <a:gd name="connsiteX2" fmla="*/ 4496472 w 6751597"/>
              <a:gd name="connsiteY2" fmla="*/ 8800063 h 8800063"/>
              <a:gd name="connsiteX3" fmla="*/ 596693 w 6751597"/>
              <a:gd name="connsiteY3" fmla="*/ 7261308 h 8800063"/>
              <a:gd name="connsiteX4" fmla="*/ 0 w 6751597"/>
              <a:gd name="connsiteY4" fmla="*/ 0 h 8800063"/>
              <a:gd name="connsiteX0" fmla="*/ 0 w 6751597"/>
              <a:gd name="connsiteY0" fmla="*/ 0 h 8813460"/>
              <a:gd name="connsiteX1" fmla="*/ 6751597 w 6751597"/>
              <a:gd name="connsiteY1" fmla="*/ 2323732 h 8813460"/>
              <a:gd name="connsiteX2" fmla="*/ 4535513 w 6751597"/>
              <a:gd name="connsiteY2" fmla="*/ 8813460 h 8813460"/>
              <a:gd name="connsiteX3" fmla="*/ 596693 w 6751597"/>
              <a:gd name="connsiteY3" fmla="*/ 7261308 h 8813460"/>
              <a:gd name="connsiteX4" fmla="*/ 0 w 6751597"/>
              <a:gd name="connsiteY4" fmla="*/ 0 h 8813460"/>
              <a:gd name="connsiteX0" fmla="*/ 0 w 6751597"/>
              <a:gd name="connsiteY0" fmla="*/ 0 h 8813460"/>
              <a:gd name="connsiteX1" fmla="*/ 6751597 w 6751597"/>
              <a:gd name="connsiteY1" fmla="*/ 2323732 h 8813460"/>
              <a:gd name="connsiteX2" fmla="*/ 4535513 w 6751597"/>
              <a:gd name="connsiteY2" fmla="*/ 8813460 h 8813460"/>
              <a:gd name="connsiteX3" fmla="*/ 537864 w 6751597"/>
              <a:gd name="connsiteY3" fmla="*/ 7442525 h 8813460"/>
              <a:gd name="connsiteX4" fmla="*/ 0 w 6751597"/>
              <a:gd name="connsiteY4" fmla="*/ 0 h 8813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51597" h="8813460">
                <a:moveTo>
                  <a:pt x="0" y="0"/>
                </a:moveTo>
                <a:lnTo>
                  <a:pt x="6751597" y="2323732"/>
                </a:lnTo>
                <a:lnTo>
                  <a:pt x="4535513" y="8813460"/>
                </a:lnTo>
                <a:lnTo>
                  <a:pt x="537864" y="7442525"/>
                </a:lnTo>
                <a:lnTo>
                  <a:pt x="0" y="0"/>
                </a:lnTo>
                <a:close/>
              </a:path>
            </a:pathLst>
          </a:custGeom>
          <a:solidFill>
            <a:srgbClr val="3747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2E233AD4-1D23-4787-BAC5-00E8ECF9C3BD}"/>
              </a:ext>
            </a:extLst>
          </p:cNvPr>
          <p:cNvSpPr/>
          <p:nvPr userDrawn="1"/>
        </p:nvSpPr>
        <p:spPr>
          <a:xfrm rot="20463607">
            <a:off x="7325921" y="-1166884"/>
            <a:ext cx="5751564" cy="8479305"/>
          </a:xfrm>
          <a:custGeom>
            <a:avLst/>
            <a:gdLst>
              <a:gd name="connsiteX0" fmla="*/ 0 w 7420099"/>
              <a:gd name="connsiteY0" fmla="*/ 0 h 9454600"/>
              <a:gd name="connsiteX1" fmla="*/ 7420099 w 7420099"/>
              <a:gd name="connsiteY1" fmla="*/ 0 h 9454600"/>
              <a:gd name="connsiteX2" fmla="*/ 7420099 w 7420099"/>
              <a:gd name="connsiteY2" fmla="*/ 9454600 h 9454600"/>
              <a:gd name="connsiteX3" fmla="*/ 0 w 7420099"/>
              <a:gd name="connsiteY3" fmla="*/ 9454600 h 9454600"/>
              <a:gd name="connsiteX4" fmla="*/ 0 w 7420099"/>
              <a:gd name="connsiteY4" fmla="*/ 0 h 9454600"/>
              <a:gd name="connsiteX0" fmla="*/ 0 w 7624143"/>
              <a:gd name="connsiteY0" fmla="*/ 594614 h 9454600"/>
              <a:gd name="connsiteX1" fmla="*/ 7624143 w 7624143"/>
              <a:gd name="connsiteY1" fmla="*/ 0 h 9454600"/>
              <a:gd name="connsiteX2" fmla="*/ 7624143 w 7624143"/>
              <a:gd name="connsiteY2" fmla="*/ 9454600 h 9454600"/>
              <a:gd name="connsiteX3" fmla="*/ 204044 w 7624143"/>
              <a:gd name="connsiteY3" fmla="*/ 9454600 h 9454600"/>
              <a:gd name="connsiteX4" fmla="*/ 0 w 7624143"/>
              <a:gd name="connsiteY4" fmla="*/ 594614 h 9454600"/>
              <a:gd name="connsiteX0" fmla="*/ 0 w 7609091"/>
              <a:gd name="connsiteY0" fmla="*/ 527274 h 9454600"/>
              <a:gd name="connsiteX1" fmla="*/ 7609091 w 7609091"/>
              <a:gd name="connsiteY1" fmla="*/ 0 h 9454600"/>
              <a:gd name="connsiteX2" fmla="*/ 7609091 w 7609091"/>
              <a:gd name="connsiteY2" fmla="*/ 9454600 h 9454600"/>
              <a:gd name="connsiteX3" fmla="*/ 188992 w 7609091"/>
              <a:gd name="connsiteY3" fmla="*/ 9454600 h 9454600"/>
              <a:gd name="connsiteX4" fmla="*/ 0 w 7609091"/>
              <a:gd name="connsiteY4" fmla="*/ 527274 h 9454600"/>
              <a:gd name="connsiteX0" fmla="*/ 0 w 7609091"/>
              <a:gd name="connsiteY0" fmla="*/ 0 h 8927326"/>
              <a:gd name="connsiteX1" fmla="*/ 7458540 w 7609091"/>
              <a:gd name="connsiteY1" fmla="*/ 2200440 h 8927326"/>
              <a:gd name="connsiteX2" fmla="*/ 7609091 w 7609091"/>
              <a:gd name="connsiteY2" fmla="*/ 8927326 h 8927326"/>
              <a:gd name="connsiteX3" fmla="*/ 188992 w 7609091"/>
              <a:gd name="connsiteY3" fmla="*/ 8927326 h 8927326"/>
              <a:gd name="connsiteX4" fmla="*/ 0 w 7609091"/>
              <a:gd name="connsiteY4" fmla="*/ 0 h 8927326"/>
              <a:gd name="connsiteX0" fmla="*/ 0 w 7609091"/>
              <a:gd name="connsiteY0" fmla="*/ 0 h 8927326"/>
              <a:gd name="connsiteX1" fmla="*/ 7311206 w 7609091"/>
              <a:gd name="connsiteY1" fmla="*/ 2512409 h 8927326"/>
              <a:gd name="connsiteX2" fmla="*/ 7609091 w 7609091"/>
              <a:gd name="connsiteY2" fmla="*/ 8927326 h 8927326"/>
              <a:gd name="connsiteX3" fmla="*/ 188992 w 7609091"/>
              <a:gd name="connsiteY3" fmla="*/ 8927326 h 8927326"/>
              <a:gd name="connsiteX4" fmla="*/ 0 w 7609091"/>
              <a:gd name="connsiteY4" fmla="*/ 0 h 8927326"/>
              <a:gd name="connsiteX0" fmla="*/ 0 w 7609091"/>
              <a:gd name="connsiteY0" fmla="*/ 0 h 8927326"/>
              <a:gd name="connsiteX1" fmla="*/ 6738378 w 7609091"/>
              <a:gd name="connsiteY1" fmla="*/ 2342695 h 8927326"/>
              <a:gd name="connsiteX2" fmla="*/ 7609091 w 7609091"/>
              <a:gd name="connsiteY2" fmla="*/ 8927326 h 8927326"/>
              <a:gd name="connsiteX3" fmla="*/ 188992 w 7609091"/>
              <a:gd name="connsiteY3" fmla="*/ 8927326 h 8927326"/>
              <a:gd name="connsiteX4" fmla="*/ 0 w 7609091"/>
              <a:gd name="connsiteY4" fmla="*/ 0 h 8927326"/>
              <a:gd name="connsiteX0" fmla="*/ 0 w 7609091"/>
              <a:gd name="connsiteY0" fmla="*/ 0 h 8927326"/>
              <a:gd name="connsiteX1" fmla="*/ 6735818 w 7609091"/>
              <a:gd name="connsiteY1" fmla="*/ 2291465 h 8927326"/>
              <a:gd name="connsiteX2" fmla="*/ 7609091 w 7609091"/>
              <a:gd name="connsiteY2" fmla="*/ 8927326 h 8927326"/>
              <a:gd name="connsiteX3" fmla="*/ 188992 w 7609091"/>
              <a:gd name="connsiteY3" fmla="*/ 8927326 h 8927326"/>
              <a:gd name="connsiteX4" fmla="*/ 0 w 7609091"/>
              <a:gd name="connsiteY4" fmla="*/ 0 h 8927326"/>
              <a:gd name="connsiteX0" fmla="*/ 0 w 7620926"/>
              <a:gd name="connsiteY0" fmla="*/ 0 h 8951528"/>
              <a:gd name="connsiteX1" fmla="*/ 6747653 w 7620926"/>
              <a:gd name="connsiteY1" fmla="*/ 2315667 h 8951528"/>
              <a:gd name="connsiteX2" fmla="*/ 7620926 w 7620926"/>
              <a:gd name="connsiteY2" fmla="*/ 8951528 h 8951528"/>
              <a:gd name="connsiteX3" fmla="*/ 200827 w 7620926"/>
              <a:gd name="connsiteY3" fmla="*/ 8951528 h 8951528"/>
              <a:gd name="connsiteX4" fmla="*/ 0 w 7620926"/>
              <a:gd name="connsiteY4" fmla="*/ 0 h 8951528"/>
              <a:gd name="connsiteX0" fmla="*/ 0 w 7620926"/>
              <a:gd name="connsiteY0" fmla="*/ 0 h 8951528"/>
              <a:gd name="connsiteX1" fmla="*/ 6674870 w 7620926"/>
              <a:gd name="connsiteY1" fmla="*/ 2371252 h 8951528"/>
              <a:gd name="connsiteX2" fmla="*/ 7620926 w 7620926"/>
              <a:gd name="connsiteY2" fmla="*/ 8951528 h 8951528"/>
              <a:gd name="connsiteX3" fmla="*/ 200827 w 7620926"/>
              <a:gd name="connsiteY3" fmla="*/ 8951528 h 8951528"/>
              <a:gd name="connsiteX4" fmla="*/ 0 w 7620926"/>
              <a:gd name="connsiteY4" fmla="*/ 0 h 8951528"/>
              <a:gd name="connsiteX0" fmla="*/ 0 w 7620926"/>
              <a:gd name="connsiteY0" fmla="*/ 0 h 8951528"/>
              <a:gd name="connsiteX1" fmla="*/ 6789696 w 7620926"/>
              <a:gd name="connsiteY1" fmla="*/ 2330093 h 8951528"/>
              <a:gd name="connsiteX2" fmla="*/ 7620926 w 7620926"/>
              <a:gd name="connsiteY2" fmla="*/ 8951528 h 8951528"/>
              <a:gd name="connsiteX3" fmla="*/ 200827 w 7620926"/>
              <a:gd name="connsiteY3" fmla="*/ 8951528 h 8951528"/>
              <a:gd name="connsiteX4" fmla="*/ 0 w 7620926"/>
              <a:gd name="connsiteY4" fmla="*/ 0 h 8951528"/>
              <a:gd name="connsiteX0" fmla="*/ 0 w 7620926"/>
              <a:gd name="connsiteY0" fmla="*/ 0 h 8951528"/>
              <a:gd name="connsiteX1" fmla="*/ 6681584 w 7620926"/>
              <a:gd name="connsiteY1" fmla="*/ 2292994 h 8951528"/>
              <a:gd name="connsiteX2" fmla="*/ 7620926 w 7620926"/>
              <a:gd name="connsiteY2" fmla="*/ 8951528 h 8951528"/>
              <a:gd name="connsiteX3" fmla="*/ 200827 w 7620926"/>
              <a:gd name="connsiteY3" fmla="*/ 8951528 h 8951528"/>
              <a:gd name="connsiteX4" fmla="*/ 0 w 7620926"/>
              <a:gd name="connsiteY4" fmla="*/ 0 h 8951528"/>
              <a:gd name="connsiteX0" fmla="*/ 0 w 7620926"/>
              <a:gd name="connsiteY0" fmla="*/ 0 h 8951528"/>
              <a:gd name="connsiteX1" fmla="*/ 6751597 w 7620926"/>
              <a:gd name="connsiteY1" fmla="*/ 2323732 h 8951528"/>
              <a:gd name="connsiteX2" fmla="*/ 7620926 w 7620926"/>
              <a:gd name="connsiteY2" fmla="*/ 8951528 h 8951528"/>
              <a:gd name="connsiteX3" fmla="*/ 200827 w 7620926"/>
              <a:gd name="connsiteY3" fmla="*/ 8951528 h 8951528"/>
              <a:gd name="connsiteX4" fmla="*/ 0 w 7620926"/>
              <a:gd name="connsiteY4" fmla="*/ 0 h 8951528"/>
              <a:gd name="connsiteX0" fmla="*/ 0 w 7620926"/>
              <a:gd name="connsiteY0" fmla="*/ 0 h 8951528"/>
              <a:gd name="connsiteX1" fmla="*/ 6751597 w 7620926"/>
              <a:gd name="connsiteY1" fmla="*/ 2323732 h 8951528"/>
              <a:gd name="connsiteX2" fmla="*/ 7620926 w 7620926"/>
              <a:gd name="connsiteY2" fmla="*/ 8951528 h 8951528"/>
              <a:gd name="connsiteX3" fmla="*/ 596693 w 7620926"/>
              <a:gd name="connsiteY3" fmla="*/ 7261308 h 8951528"/>
              <a:gd name="connsiteX4" fmla="*/ 0 w 7620926"/>
              <a:gd name="connsiteY4" fmla="*/ 0 h 8951528"/>
              <a:gd name="connsiteX0" fmla="*/ 0 w 6751597"/>
              <a:gd name="connsiteY0" fmla="*/ 0 h 8800063"/>
              <a:gd name="connsiteX1" fmla="*/ 6751597 w 6751597"/>
              <a:gd name="connsiteY1" fmla="*/ 2323732 h 8800063"/>
              <a:gd name="connsiteX2" fmla="*/ 4496472 w 6751597"/>
              <a:gd name="connsiteY2" fmla="*/ 8800063 h 8800063"/>
              <a:gd name="connsiteX3" fmla="*/ 596693 w 6751597"/>
              <a:gd name="connsiteY3" fmla="*/ 7261308 h 8800063"/>
              <a:gd name="connsiteX4" fmla="*/ 0 w 6751597"/>
              <a:gd name="connsiteY4" fmla="*/ 0 h 8800063"/>
              <a:gd name="connsiteX0" fmla="*/ 0 w 6751597"/>
              <a:gd name="connsiteY0" fmla="*/ 0 h 8813460"/>
              <a:gd name="connsiteX1" fmla="*/ 6751597 w 6751597"/>
              <a:gd name="connsiteY1" fmla="*/ 2323732 h 8813460"/>
              <a:gd name="connsiteX2" fmla="*/ 4535513 w 6751597"/>
              <a:gd name="connsiteY2" fmla="*/ 8813460 h 8813460"/>
              <a:gd name="connsiteX3" fmla="*/ 596693 w 6751597"/>
              <a:gd name="connsiteY3" fmla="*/ 7261308 h 8813460"/>
              <a:gd name="connsiteX4" fmla="*/ 0 w 6751597"/>
              <a:gd name="connsiteY4" fmla="*/ 0 h 8813460"/>
              <a:gd name="connsiteX0" fmla="*/ 0 w 6751597"/>
              <a:gd name="connsiteY0" fmla="*/ 0 h 8813460"/>
              <a:gd name="connsiteX1" fmla="*/ 6751597 w 6751597"/>
              <a:gd name="connsiteY1" fmla="*/ 2323732 h 8813460"/>
              <a:gd name="connsiteX2" fmla="*/ 4535513 w 6751597"/>
              <a:gd name="connsiteY2" fmla="*/ 8813460 h 8813460"/>
              <a:gd name="connsiteX3" fmla="*/ 537864 w 6751597"/>
              <a:gd name="connsiteY3" fmla="*/ 7442525 h 8813460"/>
              <a:gd name="connsiteX4" fmla="*/ 0 w 6751597"/>
              <a:gd name="connsiteY4" fmla="*/ 0 h 8813460"/>
              <a:gd name="connsiteX0" fmla="*/ 0 w 6751597"/>
              <a:gd name="connsiteY0" fmla="*/ 0 h 8276852"/>
              <a:gd name="connsiteX1" fmla="*/ 6751597 w 6751597"/>
              <a:gd name="connsiteY1" fmla="*/ 2323732 h 8276852"/>
              <a:gd name="connsiteX2" fmla="*/ 3118490 w 6751597"/>
              <a:gd name="connsiteY2" fmla="*/ 8276852 h 8276852"/>
              <a:gd name="connsiteX3" fmla="*/ 537864 w 6751597"/>
              <a:gd name="connsiteY3" fmla="*/ 7442525 h 8276852"/>
              <a:gd name="connsiteX4" fmla="*/ 0 w 6751597"/>
              <a:gd name="connsiteY4" fmla="*/ 0 h 8276852"/>
              <a:gd name="connsiteX0" fmla="*/ 0 w 6751597"/>
              <a:gd name="connsiteY0" fmla="*/ 0 h 8455369"/>
              <a:gd name="connsiteX1" fmla="*/ 6751597 w 6751597"/>
              <a:gd name="connsiteY1" fmla="*/ 2323732 h 8455369"/>
              <a:gd name="connsiteX2" fmla="*/ 3550672 w 6751597"/>
              <a:gd name="connsiteY2" fmla="*/ 8455369 h 8455369"/>
              <a:gd name="connsiteX3" fmla="*/ 537864 w 6751597"/>
              <a:gd name="connsiteY3" fmla="*/ 7442525 h 8455369"/>
              <a:gd name="connsiteX4" fmla="*/ 0 w 6751597"/>
              <a:gd name="connsiteY4" fmla="*/ 0 h 8455369"/>
              <a:gd name="connsiteX0" fmla="*/ 0 w 6751597"/>
              <a:gd name="connsiteY0" fmla="*/ 0 h 8479305"/>
              <a:gd name="connsiteX1" fmla="*/ 6751597 w 6751597"/>
              <a:gd name="connsiteY1" fmla="*/ 2323732 h 8479305"/>
              <a:gd name="connsiteX2" fmla="*/ 3532388 w 6751597"/>
              <a:gd name="connsiteY2" fmla="*/ 8479305 h 8479305"/>
              <a:gd name="connsiteX3" fmla="*/ 537864 w 6751597"/>
              <a:gd name="connsiteY3" fmla="*/ 7442525 h 8479305"/>
              <a:gd name="connsiteX4" fmla="*/ 0 w 6751597"/>
              <a:gd name="connsiteY4" fmla="*/ 0 h 8479305"/>
              <a:gd name="connsiteX0" fmla="*/ 0 w 5580387"/>
              <a:gd name="connsiteY0" fmla="*/ 0 h 8479305"/>
              <a:gd name="connsiteX1" fmla="*/ 5580387 w 5580387"/>
              <a:gd name="connsiteY1" fmla="*/ 1921825 h 8479305"/>
              <a:gd name="connsiteX2" fmla="*/ 3532388 w 5580387"/>
              <a:gd name="connsiteY2" fmla="*/ 8479305 h 8479305"/>
              <a:gd name="connsiteX3" fmla="*/ 537864 w 5580387"/>
              <a:gd name="connsiteY3" fmla="*/ 7442525 h 8479305"/>
              <a:gd name="connsiteX4" fmla="*/ 0 w 5580387"/>
              <a:gd name="connsiteY4" fmla="*/ 0 h 8479305"/>
              <a:gd name="connsiteX0" fmla="*/ 0 w 5751564"/>
              <a:gd name="connsiteY0" fmla="*/ 0 h 8479305"/>
              <a:gd name="connsiteX1" fmla="*/ 5751564 w 5751564"/>
              <a:gd name="connsiteY1" fmla="*/ 1980565 h 8479305"/>
              <a:gd name="connsiteX2" fmla="*/ 3532388 w 5751564"/>
              <a:gd name="connsiteY2" fmla="*/ 8479305 h 8479305"/>
              <a:gd name="connsiteX3" fmla="*/ 537864 w 5751564"/>
              <a:gd name="connsiteY3" fmla="*/ 7442525 h 8479305"/>
              <a:gd name="connsiteX4" fmla="*/ 0 w 5751564"/>
              <a:gd name="connsiteY4" fmla="*/ 0 h 8479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51564" h="8479305">
                <a:moveTo>
                  <a:pt x="0" y="0"/>
                </a:moveTo>
                <a:lnTo>
                  <a:pt x="5751564" y="1980565"/>
                </a:lnTo>
                <a:lnTo>
                  <a:pt x="3532388" y="8479305"/>
                </a:lnTo>
                <a:lnTo>
                  <a:pt x="537864" y="7442525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Picture 25" descr="Résultat de recherche d'images pour &quot;supinfo&quot;">
            <a:extLst>
              <a:ext uri="{FF2B5EF4-FFF2-40B4-BE49-F238E27FC236}">
                <a16:creationId xmlns:a16="http://schemas.microsoft.com/office/drawing/2014/main" id="{89A73614-6DA6-4B69-B168-71262490AE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637" y="0"/>
            <a:ext cx="4003200" cy="1989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5" descr="Résultat de recherche d'images pour &quot;supinfo&quot;">
            <a:extLst>
              <a:ext uri="{FF2B5EF4-FFF2-40B4-BE49-F238E27FC236}">
                <a16:creationId xmlns:a16="http://schemas.microsoft.com/office/drawing/2014/main" id="{57A5F696-1618-457B-98B1-9EFDCC0150C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637" y="0"/>
            <a:ext cx="4003200" cy="1989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Organigramme : Procédé 11">
            <a:extLst>
              <a:ext uri="{FF2B5EF4-FFF2-40B4-BE49-F238E27FC236}">
                <a16:creationId xmlns:a16="http://schemas.microsoft.com/office/drawing/2014/main" id="{04059198-63DE-4F83-9EAC-7648EF6F3FC2}"/>
              </a:ext>
            </a:extLst>
          </p:cNvPr>
          <p:cNvSpPr/>
          <p:nvPr userDrawn="1"/>
        </p:nvSpPr>
        <p:spPr>
          <a:xfrm>
            <a:off x="0" y="-1"/>
            <a:ext cx="134178" cy="6858001"/>
          </a:xfrm>
          <a:prstGeom prst="flowChartProces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5" name="Picture 2" descr="Résultat de recherche d'images pour &quot;supinfo&quot;">
            <a:extLst>
              <a:ext uri="{FF2B5EF4-FFF2-40B4-BE49-F238E27FC236}">
                <a16:creationId xmlns:a16="http://schemas.microsoft.com/office/drawing/2014/main" id="{E29AC358-4D06-48EA-BBE1-9A2EBB0A713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1055" y="6184763"/>
            <a:ext cx="1639957" cy="655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A41412E8-16D0-4DC3-9ED3-98E84D3B5F71}"/>
              </a:ext>
            </a:extLst>
          </p:cNvPr>
          <p:cNvSpPr txBox="1"/>
          <p:nvPr userDrawn="1"/>
        </p:nvSpPr>
        <p:spPr>
          <a:xfrm>
            <a:off x="8979309" y="2060921"/>
            <a:ext cx="2315057" cy="48567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SzPct val="80000"/>
              <a:buFont typeface="FontAwesome" pitchFamily="2" charset="0"/>
              <a:buNone/>
              <a:defRPr/>
            </a:pPr>
            <a:r>
              <a:rPr lang="fr-FR" sz="34400" dirty="0">
                <a:solidFill>
                  <a:srgbClr val="04295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Microsoft YaHei UI" panose="020B0503020204020204" pitchFamily="34" charset="-122"/>
              </a:rPr>
              <a:t>?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023841AF-7ACF-40D9-BA3C-1CA6B41794EC}"/>
              </a:ext>
            </a:extLst>
          </p:cNvPr>
          <p:cNvSpPr txBox="1"/>
          <p:nvPr userDrawn="1"/>
        </p:nvSpPr>
        <p:spPr>
          <a:xfrm>
            <a:off x="433445" y="3710934"/>
            <a:ext cx="521598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fr-FR" sz="6000" dirty="0" err="1">
                <a:solidFill>
                  <a:prstClr val="white"/>
                </a:solidFill>
                <a:ea typeface="Microsoft YaHei UI" panose="020B0503020204020204" pitchFamily="34" charset="-122"/>
              </a:rPr>
              <a:t>Any</a:t>
            </a:r>
            <a:r>
              <a:rPr lang="fr-FR" sz="6000" dirty="0">
                <a:solidFill>
                  <a:prstClr val="white"/>
                </a:solidFill>
                <a:ea typeface="Microsoft YaHei UI" panose="020B0503020204020204" pitchFamily="34" charset="-122"/>
              </a:rPr>
              <a:t> Questions ?</a:t>
            </a:r>
          </a:p>
        </p:txBody>
      </p:sp>
    </p:spTree>
    <p:extLst>
      <p:ext uri="{BB962C8B-B14F-4D97-AF65-F5344CB8AC3E}">
        <p14:creationId xmlns:p14="http://schemas.microsoft.com/office/powerpoint/2010/main" val="24321851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_End_Class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5" descr="Résultat de recherche d'images pour &quot;supinfo&quot;">
            <a:extLst>
              <a:ext uri="{FF2B5EF4-FFF2-40B4-BE49-F238E27FC236}">
                <a16:creationId xmlns:a16="http://schemas.microsoft.com/office/drawing/2014/main" id="{89A73614-6DA6-4B69-B168-71262490AE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637" y="0"/>
            <a:ext cx="4003200" cy="1989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 5" descr="SUPINFO_SIgnOfSuccess_Noir.png">
            <a:extLst>
              <a:ext uri="{FF2B5EF4-FFF2-40B4-BE49-F238E27FC236}">
                <a16:creationId xmlns:a16="http://schemas.microsoft.com/office/drawing/2014/main" id="{2A012B3D-4A2F-4FB7-89BD-6DBCF8FF858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4300" y="2227739"/>
            <a:ext cx="4543400" cy="2402522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677394AD-A8B5-4523-8948-09B0934D511A}"/>
              </a:ext>
            </a:extLst>
          </p:cNvPr>
          <p:cNvSpPr txBox="1"/>
          <p:nvPr userDrawn="1"/>
        </p:nvSpPr>
        <p:spPr>
          <a:xfrm>
            <a:off x="1595230" y="677040"/>
            <a:ext cx="2034531" cy="7017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fr-FR" sz="4400" b="0" i="0" kern="1200" dirty="0">
                <a:solidFill>
                  <a:srgbClr val="042956"/>
                </a:solidFill>
                <a:effectLst/>
                <a:latin typeface="+mn-lt"/>
                <a:ea typeface="Microsoft YaHei UI" panose="020B0503020204020204" pitchFamily="34" charset="-122"/>
                <a:cs typeface="+mj-cs"/>
              </a:rPr>
              <a:t>The End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559D8568-9AFB-4415-8CBE-DF0AEB15D5E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91521" y="215000"/>
            <a:ext cx="185944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104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_Light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5" descr="Résultat de recherche d'images pour &quot;supinfo&quot;">
            <a:extLst>
              <a:ext uri="{FF2B5EF4-FFF2-40B4-BE49-F238E27FC236}">
                <a16:creationId xmlns:a16="http://schemas.microsoft.com/office/drawing/2014/main" id="{89A73614-6DA6-4B69-B168-71262490AE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637" y="0"/>
            <a:ext cx="4003200" cy="1989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5" descr="Résultat de recherche d'images pour &quot;supinfo&quot;">
            <a:extLst>
              <a:ext uri="{FF2B5EF4-FFF2-40B4-BE49-F238E27FC236}">
                <a16:creationId xmlns:a16="http://schemas.microsoft.com/office/drawing/2014/main" id="{57A5F696-1618-457B-98B1-9EFDCC0150C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637" y="0"/>
            <a:ext cx="4003200" cy="1989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 5" descr="SUPINFO_SIgnOfSuccess_Noir.png">
            <a:extLst>
              <a:ext uri="{FF2B5EF4-FFF2-40B4-BE49-F238E27FC236}">
                <a16:creationId xmlns:a16="http://schemas.microsoft.com/office/drawing/2014/main" id="{F021F22A-44FE-4A8E-B49B-C20FB0D2FF1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4300" y="2466389"/>
            <a:ext cx="4543400" cy="2402522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BE077175-EFAD-41DD-A3C9-CBA7D0FC3895}"/>
              </a:ext>
            </a:extLst>
          </p:cNvPr>
          <p:cNvSpPr txBox="1"/>
          <p:nvPr userDrawn="1"/>
        </p:nvSpPr>
        <p:spPr>
          <a:xfrm>
            <a:off x="383754" y="533337"/>
            <a:ext cx="27045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fr-FR" sz="6000" b="0" i="0" kern="1200" dirty="0">
                <a:solidFill>
                  <a:srgbClr val="374767"/>
                </a:solidFill>
                <a:effectLst/>
                <a:latin typeface="+mn-lt"/>
                <a:ea typeface="Microsoft YaHei UI" panose="020B0503020204020204" pitchFamily="34" charset="-122"/>
                <a:cs typeface="+mj-cs"/>
              </a:rPr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5938664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_Dark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5">
            <a:extLst>
              <a:ext uri="{FF2B5EF4-FFF2-40B4-BE49-F238E27FC236}">
                <a16:creationId xmlns:a16="http://schemas.microsoft.com/office/drawing/2014/main" id="{32C83E78-EA9B-4888-AF6D-C983BBF6CCFE}"/>
              </a:ext>
            </a:extLst>
          </p:cNvPr>
          <p:cNvSpPr/>
          <p:nvPr userDrawn="1"/>
        </p:nvSpPr>
        <p:spPr>
          <a:xfrm rot="20463607">
            <a:off x="6294321" y="-1338222"/>
            <a:ext cx="6751597" cy="8813460"/>
          </a:xfrm>
          <a:custGeom>
            <a:avLst/>
            <a:gdLst>
              <a:gd name="connsiteX0" fmla="*/ 0 w 7420099"/>
              <a:gd name="connsiteY0" fmla="*/ 0 h 9454600"/>
              <a:gd name="connsiteX1" fmla="*/ 7420099 w 7420099"/>
              <a:gd name="connsiteY1" fmla="*/ 0 h 9454600"/>
              <a:gd name="connsiteX2" fmla="*/ 7420099 w 7420099"/>
              <a:gd name="connsiteY2" fmla="*/ 9454600 h 9454600"/>
              <a:gd name="connsiteX3" fmla="*/ 0 w 7420099"/>
              <a:gd name="connsiteY3" fmla="*/ 9454600 h 9454600"/>
              <a:gd name="connsiteX4" fmla="*/ 0 w 7420099"/>
              <a:gd name="connsiteY4" fmla="*/ 0 h 9454600"/>
              <a:gd name="connsiteX0" fmla="*/ 0 w 7624143"/>
              <a:gd name="connsiteY0" fmla="*/ 594614 h 9454600"/>
              <a:gd name="connsiteX1" fmla="*/ 7624143 w 7624143"/>
              <a:gd name="connsiteY1" fmla="*/ 0 h 9454600"/>
              <a:gd name="connsiteX2" fmla="*/ 7624143 w 7624143"/>
              <a:gd name="connsiteY2" fmla="*/ 9454600 h 9454600"/>
              <a:gd name="connsiteX3" fmla="*/ 204044 w 7624143"/>
              <a:gd name="connsiteY3" fmla="*/ 9454600 h 9454600"/>
              <a:gd name="connsiteX4" fmla="*/ 0 w 7624143"/>
              <a:gd name="connsiteY4" fmla="*/ 594614 h 9454600"/>
              <a:gd name="connsiteX0" fmla="*/ 0 w 7609091"/>
              <a:gd name="connsiteY0" fmla="*/ 527274 h 9454600"/>
              <a:gd name="connsiteX1" fmla="*/ 7609091 w 7609091"/>
              <a:gd name="connsiteY1" fmla="*/ 0 h 9454600"/>
              <a:gd name="connsiteX2" fmla="*/ 7609091 w 7609091"/>
              <a:gd name="connsiteY2" fmla="*/ 9454600 h 9454600"/>
              <a:gd name="connsiteX3" fmla="*/ 188992 w 7609091"/>
              <a:gd name="connsiteY3" fmla="*/ 9454600 h 9454600"/>
              <a:gd name="connsiteX4" fmla="*/ 0 w 7609091"/>
              <a:gd name="connsiteY4" fmla="*/ 527274 h 9454600"/>
              <a:gd name="connsiteX0" fmla="*/ 0 w 7609091"/>
              <a:gd name="connsiteY0" fmla="*/ 0 h 8927326"/>
              <a:gd name="connsiteX1" fmla="*/ 7458540 w 7609091"/>
              <a:gd name="connsiteY1" fmla="*/ 2200440 h 8927326"/>
              <a:gd name="connsiteX2" fmla="*/ 7609091 w 7609091"/>
              <a:gd name="connsiteY2" fmla="*/ 8927326 h 8927326"/>
              <a:gd name="connsiteX3" fmla="*/ 188992 w 7609091"/>
              <a:gd name="connsiteY3" fmla="*/ 8927326 h 8927326"/>
              <a:gd name="connsiteX4" fmla="*/ 0 w 7609091"/>
              <a:gd name="connsiteY4" fmla="*/ 0 h 8927326"/>
              <a:gd name="connsiteX0" fmla="*/ 0 w 7609091"/>
              <a:gd name="connsiteY0" fmla="*/ 0 h 8927326"/>
              <a:gd name="connsiteX1" fmla="*/ 7311206 w 7609091"/>
              <a:gd name="connsiteY1" fmla="*/ 2512409 h 8927326"/>
              <a:gd name="connsiteX2" fmla="*/ 7609091 w 7609091"/>
              <a:gd name="connsiteY2" fmla="*/ 8927326 h 8927326"/>
              <a:gd name="connsiteX3" fmla="*/ 188992 w 7609091"/>
              <a:gd name="connsiteY3" fmla="*/ 8927326 h 8927326"/>
              <a:gd name="connsiteX4" fmla="*/ 0 w 7609091"/>
              <a:gd name="connsiteY4" fmla="*/ 0 h 8927326"/>
              <a:gd name="connsiteX0" fmla="*/ 0 w 7609091"/>
              <a:gd name="connsiteY0" fmla="*/ 0 h 8927326"/>
              <a:gd name="connsiteX1" fmla="*/ 6738378 w 7609091"/>
              <a:gd name="connsiteY1" fmla="*/ 2342695 h 8927326"/>
              <a:gd name="connsiteX2" fmla="*/ 7609091 w 7609091"/>
              <a:gd name="connsiteY2" fmla="*/ 8927326 h 8927326"/>
              <a:gd name="connsiteX3" fmla="*/ 188992 w 7609091"/>
              <a:gd name="connsiteY3" fmla="*/ 8927326 h 8927326"/>
              <a:gd name="connsiteX4" fmla="*/ 0 w 7609091"/>
              <a:gd name="connsiteY4" fmla="*/ 0 h 8927326"/>
              <a:gd name="connsiteX0" fmla="*/ 0 w 7609091"/>
              <a:gd name="connsiteY0" fmla="*/ 0 h 8927326"/>
              <a:gd name="connsiteX1" fmla="*/ 6735818 w 7609091"/>
              <a:gd name="connsiteY1" fmla="*/ 2291465 h 8927326"/>
              <a:gd name="connsiteX2" fmla="*/ 7609091 w 7609091"/>
              <a:gd name="connsiteY2" fmla="*/ 8927326 h 8927326"/>
              <a:gd name="connsiteX3" fmla="*/ 188992 w 7609091"/>
              <a:gd name="connsiteY3" fmla="*/ 8927326 h 8927326"/>
              <a:gd name="connsiteX4" fmla="*/ 0 w 7609091"/>
              <a:gd name="connsiteY4" fmla="*/ 0 h 8927326"/>
              <a:gd name="connsiteX0" fmla="*/ 0 w 7620926"/>
              <a:gd name="connsiteY0" fmla="*/ 0 h 8951528"/>
              <a:gd name="connsiteX1" fmla="*/ 6747653 w 7620926"/>
              <a:gd name="connsiteY1" fmla="*/ 2315667 h 8951528"/>
              <a:gd name="connsiteX2" fmla="*/ 7620926 w 7620926"/>
              <a:gd name="connsiteY2" fmla="*/ 8951528 h 8951528"/>
              <a:gd name="connsiteX3" fmla="*/ 200827 w 7620926"/>
              <a:gd name="connsiteY3" fmla="*/ 8951528 h 8951528"/>
              <a:gd name="connsiteX4" fmla="*/ 0 w 7620926"/>
              <a:gd name="connsiteY4" fmla="*/ 0 h 8951528"/>
              <a:gd name="connsiteX0" fmla="*/ 0 w 7620926"/>
              <a:gd name="connsiteY0" fmla="*/ 0 h 8951528"/>
              <a:gd name="connsiteX1" fmla="*/ 6674870 w 7620926"/>
              <a:gd name="connsiteY1" fmla="*/ 2371252 h 8951528"/>
              <a:gd name="connsiteX2" fmla="*/ 7620926 w 7620926"/>
              <a:gd name="connsiteY2" fmla="*/ 8951528 h 8951528"/>
              <a:gd name="connsiteX3" fmla="*/ 200827 w 7620926"/>
              <a:gd name="connsiteY3" fmla="*/ 8951528 h 8951528"/>
              <a:gd name="connsiteX4" fmla="*/ 0 w 7620926"/>
              <a:gd name="connsiteY4" fmla="*/ 0 h 8951528"/>
              <a:gd name="connsiteX0" fmla="*/ 0 w 7620926"/>
              <a:gd name="connsiteY0" fmla="*/ 0 h 8951528"/>
              <a:gd name="connsiteX1" fmla="*/ 6789696 w 7620926"/>
              <a:gd name="connsiteY1" fmla="*/ 2330093 h 8951528"/>
              <a:gd name="connsiteX2" fmla="*/ 7620926 w 7620926"/>
              <a:gd name="connsiteY2" fmla="*/ 8951528 h 8951528"/>
              <a:gd name="connsiteX3" fmla="*/ 200827 w 7620926"/>
              <a:gd name="connsiteY3" fmla="*/ 8951528 h 8951528"/>
              <a:gd name="connsiteX4" fmla="*/ 0 w 7620926"/>
              <a:gd name="connsiteY4" fmla="*/ 0 h 8951528"/>
              <a:gd name="connsiteX0" fmla="*/ 0 w 7620926"/>
              <a:gd name="connsiteY0" fmla="*/ 0 h 8951528"/>
              <a:gd name="connsiteX1" fmla="*/ 6681584 w 7620926"/>
              <a:gd name="connsiteY1" fmla="*/ 2292994 h 8951528"/>
              <a:gd name="connsiteX2" fmla="*/ 7620926 w 7620926"/>
              <a:gd name="connsiteY2" fmla="*/ 8951528 h 8951528"/>
              <a:gd name="connsiteX3" fmla="*/ 200827 w 7620926"/>
              <a:gd name="connsiteY3" fmla="*/ 8951528 h 8951528"/>
              <a:gd name="connsiteX4" fmla="*/ 0 w 7620926"/>
              <a:gd name="connsiteY4" fmla="*/ 0 h 8951528"/>
              <a:gd name="connsiteX0" fmla="*/ 0 w 7620926"/>
              <a:gd name="connsiteY0" fmla="*/ 0 h 8951528"/>
              <a:gd name="connsiteX1" fmla="*/ 6751597 w 7620926"/>
              <a:gd name="connsiteY1" fmla="*/ 2323732 h 8951528"/>
              <a:gd name="connsiteX2" fmla="*/ 7620926 w 7620926"/>
              <a:gd name="connsiteY2" fmla="*/ 8951528 h 8951528"/>
              <a:gd name="connsiteX3" fmla="*/ 200827 w 7620926"/>
              <a:gd name="connsiteY3" fmla="*/ 8951528 h 8951528"/>
              <a:gd name="connsiteX4" fmla="*/ 0 w 7620926"/>
              <a:gd name="connsiteY4" fmla="*/ 0 h 8951528"/>
              <a:gd name="connsiteX0" fmla="*/ 0 w 7620926"/>
              <a:gd name="connsiteY0" fmla="*/ 0 h 8951528"/>
              <a:gd name="connsiteX1" fmla="*/ 6751597 w 7620926"/>
              <a:gd name="connsiteY1" fmla="*/ 2323732 h 8951528"/>
              <a:gd name="connsiteX2" fmla="*/ 7620926 w 7620926"/>
              <a:gd name="connsiteY2" fmla="*/ 8951528 h 8951528"/>
              <a:gd name="connsiteX3" fmla="*/ 596693 w 7620926"/>
              <a:gd name="connsiteY3" fmla="*/ 7261308 h 8951528"/>
              <a:gd name="connsiteX4" fmla="*/ 0 w 7620926"/>
              <a:gd name="connsiteY4" fmla="*/ 0 h 8951528"/>
              <a:gd name="connsiteX0" fmla="*/ 0 w 6751597"/>
              <a:gd name="connsiteY0" fmla="*/ 0 h 8800063"/>
              <a:gd name="connsiteX1" fmla="*/ 6751597 w 6751597"/>
              <a:gd name="connsiteY1" fmla="*/ 2323732 h 8800063"/>
              <a:gd name="connsiteX2" fmla="*/ 4496472 w 6751597"/>
              <a:gd name="connsiteY2" fmla="*/ 8800063 h 8800063"/>
              <a:gd name="connsiteX3" fmla="*/ 596693 w 6751597"/>
              <a:gd name="connsiteY3" fmla="*/ 7261308 h 8800063"/>
              <a:gd name="connsiteX4" fmla="*/ 0 w 6751597"/>
              <a:gd name="connsiteY4" fmla="*/ 0 h 8800063"/>
              <a:gd name="connsiteX0" fmla="*/ 0 w 6751597"/>
              <a:gd name="connsiteY0" fmla="*/ 0 h 8813460"/>
              <a:gd name="connsiteX1" fmla="*/ 6751597 w 6751597"/>
              <a:gd name="connsiteY1" fmla="*/ 2323732 h 8813460"/>
              <a:gd name="connsiteX2" fmla="*/ 4535513 w 6751597"/>
              <a:gd name="connsiteY2" fmla="*/ 8813460 h 8813460"/>
              <a:gd name="connsiteX3" fmla="*/ 596693 w 6751597"/>
              <a:gd name="connsiteY3" fmla="*/ 7261308 h 8813460"/>
              <a:gd name="connsiteX4" fmla="*/ 0 w 6751597"/>
              <a:gd name="connsiteY4" fmla="*/ 0 h 8813460"/>
              <a:gd name="connsiteX0" fmla="*/ 0 w 6751597"/>
              <a:gd name="connsiteY0" fmla="*/ 0 h 8813460"/>
              <a:gd name="connsiteX1" fmla="*/ 6751597 w 6751597"/>
              <a:gd name="connsiteY1" fmla="*/ 2323732 h 8813460"/>
              <a:gd name="connsiteX2" fmla="*/ 4535513 w 6751597"/>
              <a:gd name="connsiteY2" fmla="*/ 8813460 h 8813460"/>
              <a:gd name="connsiteX3" fmla="*/ 537864 w 6751597"/>
              <a:gd name="connsiteY3" fmla="*/ 7442525 h 8813460"/>
              <a:gd name="connsiteX4" fmla="*/ 0 w 6751597"/>
              <a:gd name="connsiteY4" fmla="*/ 0 h 8813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51597" h="8813460">
                <a:moveTo>
                  <a:pt x="0" y="0"/>
                </a:moveTo>
                <a:lnTo>
                  <a:pt x="6751597" y="2323732"/>
                </a:lnTo>
                <a:lnTo>
                  <a:pt x="4535513" y="8813460"/>
                </a:lnTo>
                <a:lnTo>
                  <a:pt x="537864" y="7442525"/>
                </a:lnTo>
                <a:lnTo>
                  <a:pt x="0" y="0"/>
                </a:lnTo>
                <a:close/>
              </a:path>
            </a:pathLst>
          </a:custGeom>
          <a:solidFill>
            <a:srgbClr val="3747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2E233AD4-1D23-4787-BAC5-00E8ECF9C3BD}"/>
              </a:ext>
            </a:extLst>
          </p:cNvPr>
          <p:cNvSpPr/>
          <p:nvPr userDrawn="1"/>
        </p:nvSpPr>
        <p:spPr>
          <a:xfrm rot="20463607">
            <a:off x="7325921" y="-1166884"/>
            <a:ext cx="5751564" cy="8479305"/>
          </a:xfrm>
          <a:custGeom>
            <a:avLst/>
            <a:gdLst>
              <a:gd name="connsiteX0" fmla="*/ 0 w 7420099"/>
              <a:gd name="connsiteY0" fmla="*/ 0 h 9454600"/>
              <a:gd name="connsiteX1" fmla="*/ 7420099 w 7420099"/>
              <a:gd name="connsiteY1" fmla="*/ 0 h 9454600"/>
              <a:gd name="connsiteX2" fmla="*/ 7420099 w 7420099"/>
              <a:gd name="connsiteY2" fmla="*/ 9454600 h 9454600"/>
              <a:gd name="connsiteX3" fmla="*/ 0 w 7420099"/>
              <a:gd name="connsiteY3" fmla="*/ 9454600 h 9454600"/>
              <a:gd name="connsiteX4" fmla="*/ 0 w 7420099"/>
              <a:gd name="connsiteY4" fmla="*/ 0 h 9454600"/>
              <a:gd name="connsiteX0" fmla="*/ 0 w 7624143"/>
              <a:gd name="connsiteY0" fmla="*/ 594614 h 9454600"/>
              <a:gd name="connsiteX1" fmla="*/ 7624143 w 7624143"/>
              <a:gd name="connsiteY1" fmla="*/ 0 h 9454600"/>
              <a:gd name="connsiteX2" fmla="*/ 7624143 w 7624143"/>
              <a:gd name="connsiteY2" fmla="*/ 9454600 h 9454600"/>
              <a:gd name="connsiteX3" fmla="*/ 204044 w 7624143"/>
              <a:gd name="connsiteY3" fmla="*/ 9454600 h 9454600"/>
              <a:gd name="connsiteX4" fmla="*/ 0 w 7624143"/>
              <a:gd name="connsiteY4" fmla="*/ 594614 h 9454600"/>
              <a:gd name="connsiteX0" fmla="*/ 0 w 7609091"/>
              <a:gd name="connsiteY0" fmla="*/ 527274 h 9454600"/>
              <a:gd name="connsiteX1" fmla="*/ 7609091 w 7609091"/>
              <a:gd name="connsiteY1" fmla="*/ 0 h 9454600"/>
              <a:gd name="connsiteX2" fmla="*/ 7609091 w 7609091"/>
              <a:gd name="connsiteY2" fmla="*/ 9454600 h 9454600"/>
              <a:gd name="connsiteX3" fmla="*/ 188992 w 7609091"/>
              <a:gd name="connsiteY3" fmla="*/ 9454600 h 9454600"/>
              <a:gd name="connsiteX4" fmla="*/ 0 w 7609091"/>
              <a:gd name="connsiteY4" fmla="*/ 527274 h 9454600"/>
              <a:gd name="connsiteX0" fmla="*/ 0 w 7609091"/>
              <a:gd name="connsiteY0" fmla="*/ 0 h 8927326"/>
              <a:gd name="connsiteX1" fmla="*/ 7458540 w 7609091"/>
              <a:gd name="connsiteY1" fmla="*/ 2200440 h 8927326"/>
              <a:gd name="connsiteX2" fmla="*/ 7609091 w 7609091"/>
              <a:gd name="connsiteY2" fmla="*/ 8927326 h 8927326"/>
              <a:gd name="connsiteX3" fmla="*/ 188992 w 7609091"/>
              <a:gd name="connsiteY3" fmla="*/ 8927326 h 8927326"/>
              <a:gd name="connsiteX4" fmla="*/ 0 w 7609091"/>
              <a:gd name="connsiteY4" fmla="*/ 0 h 8927326"/>
              <a:gd name="connsiteX0" fmla="*/ 0 w 7609091"/>
              <a:gd name="connsiteY0" fmla="*/ 0 h 8927326"/>
              <a:gd name="connsiteX1" fmla="*/ 7311206 w 7609091"/>
              <a:gd name="connsiteY1" fmla="*/ 2512409 h 8927326"/>
              <a:gd name="connsiteX2" fmla="*/ 7609091 w 7609091"/>
              <a:gd name="connsiteY2" fmla="*/ 8927326 h 8927326"/>
              <a:gd name="connsiteX3" fmla="*/ 188992 w 7609091"/>
              <a:gd name="connsiteY3" fmla="*/ 8927326 h 8927326"/>
              <a:gd name="connsiteX4" fmla="*/ 0 w 7609091"/>
              <a:gd name="connsiteY4" fmla="*/ 0 h 8927326"/>
              <a:gd name="connsiteX0" fmla="*/ 0 w 7609091"/>
              <a:gd name="connsiteY0" fmla="*/ 0 h 8927326"/>
              <a:gd name="connsiteX1" fmla="*/ 6738378 w 7609091"/>
              <a:gd name="connsiteY1" fmla="*/ 2342695 h 8927326"/>
              <a:gd name="connsiteX2" fmla="*/ 7609091 w 7609091"/>
              <a:gd name="connsiteY2" fmla="*/ 8927326 h 8927326"/>
              <a:gd name="connsiteX3" fmla="*/ 188992 w 7609091"/>
              <a:gd name="connsiteY3" fmla="*/ 8927326 h 8927326"/>
              <a:gd name="connsiteX4" fmla="*/ 0 w 7609091"/>
              <a:gd name="connsiteY4" fmla="*/ 0 h 8927326"/>
              <a:gd name="connsiteX0" fmla="*/ 0 w 7609091"/>
              <a:gd name="connsiteY0" fmla="*/ 0 h 8927326"/>
              <a:gd name="connsiteX1" fmla="*/ 6735818 w 7609091"/>
              <a:gd name="connsiteY1" fmla="*/ 2291465 h 8927326"/>
              <a:gd name="connsiteX2" fmla="*/ 7609091 w 7609091"/>
              <a:gd name="connsiteY2" fmla="*/ 8927326 h 8927326"/>
              <a:gd name="connsiteX3" fmla="*/ 188992 w 7609091"/>
              <a:gd name="connsiteY3" fmla="*/ 8927326 h 8927326"/>
              <a:gd name="connsiteX4" fmla="*/ 0 w 7609091"/>
              <a:gd name="connsiteY4" fmla="*/ 0 h 8927326"/>
              <a:gd name="connsiteX0" fmla="*/ 0 w 7620926"/>
              <a:gd name="connsiteY0" fmla="*/ 0 h 8951528"/>
              <a:gd name="connsiteX1" fmla="*/ 6747653 w 7620926"/>
              <a:gd name="connsiteY1" fmla="*/ 2315667 h 8951528"/>
              <a:gd name="connsiteX2" fmla="*/ 7620926 w 7620926"/>
              <a:gd name="connsiteY2" fmla="*/ 8951528 h 8951528"/>
              <a:gd name="connsiteX3" fmla="*/ 200827 w 7620926"/>
              <a:gd name="connsiteY3" fmla="*/ 8951528 h 8951528"/>
              <a:gd name="connsiteX4" fmla="*/ 0 w 7620926"/>
              <a:gd name="connsiteY4" fmla="*/ 0 h 8951528"/>
              <a:gd name="connsiteX0" fmla="*/ 0 w 7620926"/>
              <a:gd name="connsiteY0" fmla="*/ 0 h 8951528"/>
              <a:gd name="connsiteX1" fmla="*/ 6674870 w 7620926"/>
              <a:gd name="connsiteY1" fmla="*/ 2371252 h 8951528"/>
              <a:gd name="connsiteX2" fmla="*/ 7620926 w 7620926"/>
              <a:gd name="connsiteY2" fmla="*/ 8951528 h 8951528"/>
              <a:gd name="connsiteX3" fmla="*/ 200827 w 7620926"/>
              <a:gd name="connsiteY3" fmla="*/ 8951528 h 8951528"/>
              <a:gd name="connsiteX4" fmla="*/ 0 w 7620926"/>
              <a:gd name="connsiteY4" fmla="*/ 0 h 8951528"/>
              <a:gd name="connsiteX0" fmla="*/ 0 w 7620926"/>
              <a:gd name="connsiteY0" fmla="*/ 0 h 8951528"/>
              <a:gd name="connsiteX1" fmla="*/ 6789696 w 7620926"/>
              <a:gd name="connsiteY1" fmla="*/ 2330093 h 8951528"/>
              <a:gd name="connsiteX2" fmla="*/ 7620926 w 7620926"/>
              <a:gd name="connsiteY2" fmla="*/ 8951528 h 8951528"/>
              <a:gd name="connsiteX3" fmla="*/ 200827 w 7620926"/>
              <a:gd name="connsiteY3" fmla="*/ 8951528 h 8951528"/>
              <a:gd name="connsiteX4" fmla="*/ 0 w 7620926"/>
              <a:gd name="connsiteY4" fmla="*/ 0 h 8951528"/>
              <a:gd name="connsiteX0" fmla="*/ 0 w 7620926"/>
              <a:gd name="connsiteY0" fmla="*/ 0 h 8951528"/>
              <a:gd name="connsiteX1" fmla="*/ 6681584 w 7620926"/>
              <a:gd name="connsiteY1" fmla="*/ 2292994 h 8951528"/>
              <a:gd name="connsiteX2" fmla="*/ 7620926 w 7620926"/>
              <a:gd name="connsiteY2" fmla="*/ 8951528 h 8951528"/>
              <a:gd name="connsiteX3" fmla="*/ 200827 w 7620926"/>
              <a:gd name="connsiteY3" fmla="*/ 8951528 h 8951528"/>
              <a:gd name="connsiteX4" fmla="*/ 0 w 7620926"/>
              <a:gd name="connsiteY4" fmla="*/ 0 h 8951528"/>
              <a:gd name="connsiteX0" fmla="*/ 0 w 7620926"/>
              <a:gd name="connsiteY0" fmla="*/ 0 h 8951528"/>
              <a:gd name="connsiteX1" fmla="*/ 6751597 w 7620926"/>
              <a:gd name="connsiteY1" fmla="*/ 2323732 h 8951528"/>
              <a:gd name="connsiteX2" fmla="*/ 7620926 w 7620926"/>
              <a:gd name="connsiteY2" fmla="*/ 8951528 h 8951528"/>
              <a:gd name="connsiteX3" fmla="*/ 200827 w 7620926"/>
              <a:gd name="connsiteY3" fmla="*/ 8951528 h 8951528"/>
              <a:gd name="connsiteX4" fmla="*/ 0 w 7620926"/>
              <a:gd name="connsiteY4" fmla="*/ 0 h 8951528"/>
              <a:gd name="connsiteX0" fmla="*/ 0 w 7620926"/>
              <a:gd name="connsiteY0" fmla="*/ 0 h 8951528"/>
              <a:gd name="connsiteX1" fmla="*/ 6751597 w 7620926"/>
              <a:gd name="connsiteY1" fmla="*/ 2323732 h 8951528"/>
              <a:gd name="connsiteX2" fmla="*/ 7620926 w 7620926"/>
              <a:gd name="connsiteY2" fmla="*/ 8951528 h 8951528"/>
              <a:gd name="connsiteX3" fmla="*/ 596693 w 7620926"/>
              <a:gd name="connsiteY3" fmla="*/ 7261308 h 8951528"/>
              <a:gd name="connsiteX4" fmla="*/ 0 w 7620926"/>
              <a:gd name="connsiteY4" fmla="*/ 0 h 8951528"/>
              <a:gd name="connsiteX0" fmla="*/ 0 w 6751597"/>
              <a:gd name="connsiteY0" fmla="*/ 0 h 8800063"/>
              <a:gd name="connsiteX1" fmla="*/ 6751597 w 6751597"/>
              <a:gd name="connsiteY1" fmla="*/ 2323732 h 8800063"/>
              <a:gd name="connsiteX2" fmla="*/ 4496472 w 6751597"/>
              <a:gd name="connsiteY2" fmla="*/ 8800063 h 8800063"/>
              <a:gd name="connsiteX3" fmla="*/ 596693 w 6751597"/>
              <a:gd name="connsiteY3" fmla="*/ 7261308 h 8800063"/>
              <a:gd name="connsiteX4" fmla="*/ 0 w 6751597"/>
              <a:gd name="connsiteY4" fmla="*/ 0 h 8800063"/>
              <a:gd name="connsiteX0" fmla="*/ 0 w 6751597"/>
              <a:gd name="connsiteY0" fmla="*/ 0 h 8813460"/>
              <a:gd name="connsiteX1" fmla="*/ 6751597 w 6751597"/>
              <a:gd name="connsiteY1" fmla="*/ 2323732 h 8813460"/>
              <a:gd name="connsiteX2" fmla="*/ 4535513 w 6751597"/>
              <a:gd name="connsiteY2" fmla="*/ 8813460 h 8813460"/>
              <a:gd name="connsiteX3" fmla="*/ 596693 w 6751597"/>
              <a:gd name="connsiteY3" fmla="*/ 7261308 h 8813460"/>
              <a:gd name="connsiteX4" fmla="*/ 0 w 6751597"/>
              <a:gd name="connsiteY4" fmla="*/ 0 h 8813460"/>
              <a:gd name="connsiteX0" fmla="*/ 0 w 6751597"/>
              <a:gd name="connsiteY0" fmla="*/ 0 h 8813460"/>
              <a:gd name="connsiteX1" fmla="*/ 6751597 w 6751597"/>
              <a:gd name="connsiteY1" fmla="*/ 2323732 h 8813460"/>
              <a:gd name="connsiteX2" fmla="*/ 4535513 w 6751597"/>
              <a:gd name="connsiteY2" fmla="*/ 8813460 h 8813460"/>
              <a:gd name="connsiteX3" fmla="*/ 537864 w 6751597"/>
              <a:gd name="connsiteY3" fmla="*/ 7442525 h 8813460"/>
              <a:gd name="connsiteX4" fmla="*/ 0 w 6751597"/>
              <a:gd name="connsiteY4" fmla="*/ 0 h 8813460"/>
              <a:gd name="connsiteX0" fmla="*/ 0 w 6751597"/>
              <a:gd name="connsiteY0" fmla="*/ 0 h 8276852"/>
              <a:gd name="connsiteX1" fmla="*/ 6751597 w 6751597"/>
              <a:gd name="connsiteY1" fmla="*/ 2323732 h 8276852"/>
              <a:gd name="connsiteX2" fmla="*/ 3118490 w 6751597"/>
              <a:gd name="connsiteY2" fmla="*/ 8276852 h 8276852"/>
              <a:gd name="connsiteX3" fmla="*/ 537864 w 6751597"/>
              <a:gd name="connsiteY3" fmla="*/ 7442525 h 8276852"/>
              <a:gd name="connsiteX4" fmla="*/ 0 w 6751597"/>
              <a:gd name="connsiteY4" fmla="*/ 0 h 8276852"/>
              <a:gd name="connsiteX0" fmla="*/ 0 w 6751597"/>
              <a:gd name="connsiteY0" fmla="*/ 0 h 8455369"/>
              <a:gd name="connsiteX1" fmla="*/ 6751597 w 6751597"/>
              <a:gd name="connsiteY1" fmla="*/ 2323732 h 8455369"/>
              <a:gd name="connsiteX2" fmla="*/ 3550672 w 6751597"/>
              <a:gd name="connsiteY2" fmla="*/ 8455369 h 8455369"/>
              <a:gd name="connsiteX3" fmla="*/ 537864 w 6751597"/>
              <a:gd name="connsiteY3" fmla="*/ 7442525 h 8455369"/>
              <a:gd name="connsiteX4" fmla="*/ 0 w 6751597"/>
              <a:gd name="connsiteY4" fmla="*/ 0 h 8455369"/>
              <a:gd name="connsiteX0" fmla="*/ 0 w 6751597"/>
              <a:gd name="connsiteY0" fmla="*/ 0 h 8479305"/>
              <a:gd name="connsiteX1" fmla="*/ 6751597 w 6751597"/>
              <a:gd name="connsiteY1" fmla="*/ 2323732 h 8479305"/>
              <a:gd name="connsiteX2" fmla="*/ 3532388 w 6751597"/>
              <a:gd name="connsiteY2" fmla="*/ 8479305 h 8479305"/>
              <a:gd name="connsiteX3" fmla="*/ 537864 w 6751597"/>
              <a:gd name="connsiteY3" fmla="*/ 7442525 h 8479305"/>
              <a:gd name="connsiteX4" fmla="*/ 0 w 6751597"/>
              <a:gd name="connsiteY4" fmla="*/ 0 h 8479305"/>
              <a:gd name="connsiteX0" fmla="*/ 0 w 5580387"/>
              <a:gd name="connsiteY0" fmla="*/ 0 h 8479305"/>
              <a:gd name="connsiteX1" fmla="*/ 5580387 w 5580387"/>
              <a:gd name="connsiteY1" fmla="*/ 1921825 h 8479305"/>
              <a:gd name="connsiteX2" fmla="*/ 3532388 w 5580387"/>
              <a:gd name="connsiteY2" fmla="*/ 8479305 h 8479305"/>
              <a:gd name="connsiteX3" fmla="*/ 537864 w 5580387"/>
              <a:gd name="connsiteY3" fmla="*/ 7442525 h 8479305"/>
              <a:gd name="connsiteX4" fmla="*/ 0 w 5580387"/>
              <a:gd name="connsiteY4" fmla="*/ 0 h 8479305"/>
              <a:gd name="connsiteX0" fmla="*/ 0 w 5751564"/>
              <a:gd name="connsiteY0" fmla="*/ 0 h 8479305"/>
              <a:gd name="connsiteX1" fmla="*/ 5751564 w 5751564"/>
              <a:gd name="connsiteY1" fmla="*/ 1980565 h 8479305"/>
              <a:gd name="connsiteX2" fmla="*/ 3532388 w 5751564"/>
              <a:gd name="connsiteY2" fmla="*/ 8479305 h 8479305"/>
              <a:gd name="connsiteX3" fmla="*/ 537864 w 5751564"/>
              <a:gd name="connsiteY3" fmla="*/ 7442525 h 8479305"/>
              <a:gd name="connsiteX4" fmla="*/ 0 w 5751564"/>
              <a:gd name="connsiteY4" fmla="*/ 0 h 8479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51564" h="8479305">
                <a:moveTo>
                  <a:pt x="0" y="0"/>
                </a:moveTo>
                <a:lnTo>
                  <a:pt x="5751564" y="1980565"/>
                </a:lnTo>
                <a:lnTo>
                  <a:pt x="3532388" y="8479305"/>
                </a:lnTo>
                <a:lnTo>
                  <a:pt x="537864" y="7442525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Picture 25" descr="Résultat de recherche d'images pour &quot;supinfo&quot;">
            <a:extLst>
              <a:ext uri="{FF2B5EF4-FFF2-40B4-BE49-F238E27FC236}">
                <a16:creationId xmlns:a16="http://schemas.microsoft.com/office/drawing/2014/main" id="{89A73614-6DA6-4B69-B168-71262490AE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637" y="0"/>
            <a:ext cx="4003200" cy="1989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5" descr="Résultat de recherche d'images pour &quot;supinfo&quot;">
            <a:extLst>
              <a:ext uri="{FF2B5EF4-FFF2-40B4-BE49-F238E27FC236}">
                <a16:creationId xmlns:a16="http://schemas.microsoft.com/office/drawing/2014/main" id="{57A5F696-1618-457B-98B1-9EFDCC0150C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637" y="0"/>
            <a:ext cx="4003200" cy="1989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Organigramme : Procédé 11">
            <a:extLst>
              <a:ext uri="{FF2B5EF4-FFF2-40B4-BE49-F238E27FC236}">
                <a16:creationId xmlns:a16="http://schemas.microsoft.com/office/drawing/2014/main" id="{04059198-63DE-4F83-9EAC-7648EF6F3FC2}"/>
              </a:ext>
            </a:extLst>
          </p:cNvPr>
          <p:cNvSpPr/>
          <p:nvPr userDrawn="1"/>
        </p:nvSpPr>
        <p:spPr>
          <a:xfrm>
            <a:off x="0" y="-1"/>
            <a:ext cx="134178" cy="6858001"/>
          </a:xfrm>
          <a:prstGeom prst="flowChartProces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5" name="Picture 2" descr="Résultat de recherche d'images pour &quot;supinfo&quot;">
            <a:extLst>
              <a:ext uri="{FF2B5EF4-FFF2-40B4-BE49-F238E27FC236}">
                <a16:creationId xmlns:a16="http://schemas.microsoft.com/office/drawing/2014/main" id="{E29AC358-4D06-48EA-BBE1-9A2EBB0A713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1055" y="6184763"/>
            <a:ext cx="1639957" cy="655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Image 15" descr="SUPINFO_SIgnOfSuccess_Noir.png">
            <a:extLst>
              <a:ext uri="{FF2B5EF4-FFF2-40B4-BE49-F238E27FC236}">
                <a16:creationId xmlns:a16="http://schemas.microsoft.com/office/drawing/2014/main" id="{EDB66990-60ED-4410-82C0-09C8AECF718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8419" y="2100739"/>
            <a:ext cx="4543400" cy="2402522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C641F67C-8E46-47D6-867C-B9B4CC569B59}"/>
              </a:ext>
            </a:extLst>
          </p:cNvPr>
          <p:cNvSpPr txBox="1"/>
          <p:nvPr userDrawn="1"/>
        </p:nvSpPr>
        <p:spPr>
          <a:xfrm>
            <a:off x="455286" y="3710934"/>
            <a:ext cx="27045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fr-FR" sz="6000" dirty="0">
                <a:solidFill>
                  <a:prstClr val="white"/>
                </a:solidFill>
                <a:ea typeface="Microsoft YaHei UI" panose="020B0503020204020204" pitchFamily="34" charset="-122"/>
              </a:rPr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20602005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s_Ref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5" descr="Résultat de recherche d'images pour &quot;supinfo&quot;">
            <a:extLst>
              <a:ext uri="{FF2B5EF4-FFF2-40B4-BE49-F238E27FC236}">
                <a16:creationId xmlns:a16="http://schemas.microsoft.com/office/drawing/2014/main" id="{89A73614-6DA6-4B69-B168-71262490AE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637" y="0"/>
            <a:ext cx="4003200" cy="1989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F9044A52-0E16-46E2-A187-7956589E7D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27600" y="3105150"/>
            <a:ext cx="6362700" cy="12065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defRPr lang="fr-FR" sz="3200" b="0" kern="1200" dirty="0">
                <a:solidFill>
                  <a:srgbClr val="042956"/>
                </a:solidFill>
                <a:latin typeface="+mj-lt"/>
                <a:ea typeface="Microsoft JhengHei UI Light" panose="020B0304030504040204" pitchFamily="34" charset="-120"/>
                <a:cs typeface="+mn-cs"/>
              </a:defRPr>
            </a:lvl1pPr>
          </a:lstStyle>
          <a:p>
            <a:pPr lvl="0"/>
            <a:r>
              <a:rPr lang="en-US" dirty="0"/>
              <a:t>Please refer to Exercise …</a:t>
            </a:r>
            <a:endParaRPr lang="fr-FR" dirty="0"/>
          </a:p>
        </p:txBody>
      </p:sp>
      <p:sp>
        <p:nvSpPr>
          <p:cNvPr id="11" name="Titre 10">
            <a:extLst>
              <a:ext uri="{FF2B5EF4-FFF2-40B4-BE49-F238E27FC236}">
                <a16:creationId xmlns:a16="http://schemas.microsoft.com/office/drawing/2014/main" id="{99673BB4-ABA9-4F5A-93EA-2FE6D5B6E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3C9A9A52-4D46-4A74-B530-3CD3F6F19D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06729" y="254381"/>
            <a:ext cx="1798476" cy="1780186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4EFAD5EB-9516-451B-8A66-647AAF17914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34459" y="1690688"/>
            <a:ext cx="4493141" cy="4438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2823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s_Clas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5" descr="Résultat de recherche d'images pour &quot;supinfo&quot;">
            <a:extLst>
              <a:ext uri="{FF2B5EF4-FFF2-40B4-BE49-F238E27FC236}">
                <a16:creationId xmlns:a16="http://schemas.microsoft.com/office/drawing/2014/main" id="{89A73614-6DA6-4B69-B168-71262490AE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637" y="0"/>
            <a:ext cx="4003200" cy="1989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B1C8FC9-8BA4-40CF-A1C5-C848CA28A6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dirty="0" err="1"/>
              <a:t>Exercise</a:t>
            </a:r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7418D664-3CFC-46EB-9DA9-E751DFE3A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06729" y="254381"/>
            <a:ext cx="1798476" cy="1780186"/>
          </a:xfrm>
          <a:prstGeom prst="rect">
            <a:avLst/>
          </a:prstGeom>
        </p:spPr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2CF79A8-9558-4AB4-B0D4-6F6EB321E52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050" y="1936750"/>
            <a:ext cx="11112500" cy="3988800"/>
          </a:xfrm>
          <a:prstGeom prst="rect">
            <a:avLst/>
          </a:prstGeom>
        </p:spPr>
        <p:txBody>
          <a:bodyPr/>
          <a:lstStyle>
            <a:lvl1pPr marL="0" indent="0">
              <a:defRPr lang="fr-FR" sz="3200" b="0" kern="1200" dirty="0">
                <a:solidFill>
                  <a:srgbClr val="042956"/>
                </a:solidFill>
                <a:latin typeface="+mj-lt"/>
                <a:ea typeface="Microsoft JhengHei UI Light" panose="020B0304030504040204" pitchFamily="34" charset="-120"/>
                <a:cs typeface="+mn-cs"/>
              </a:defRPr>
            </a:lvl1pPr>
          </a:lstStyle>
          <a:p>
            <a:pPr lvl="0"/>
            <a:r>
              <a:rPr lang="fr-FR" dirty="0" err="1"/>
              <a:t>Please</a:t>
            </a:r>
            <a:r>
              <a:rPr lang="fr-FR" dirty="0"/>
              <a:t> </a:t>
            </a:r>
            <a:r>
              <a:rPr lang="fr-FR" dirty="0" err="1"/>
              <a:t>refer</a:t>
            </a:r>
            <a:r>
              <a:rPr lang="fr-FR" dirty="0"/>
              <a:t>…</a:t>
            </a:r>
          </a:p>
          <a:p>
            <a:pPr lvl="0"/>
            <a:r>
              <a:rPr lang="fr-FR" dirty="0"/>
              <a:t>	Demos…</a:t>
            </a:r>
          </a:p>
        </p:txBody>
      </p:sp>
    </p:spTree>
    <p:extLst>
      <p:ext uri="{BB962C8B-B14F-4D97-AF65-F5344CB8AC3E}">
        <p14:creationId xmlns:p14="http://schemas.microsoft.com/office/powerpoint/2010/main" val="36979501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5" descr="Résultat de recherche d'images pour &quot;supinfo&quot;">
            <a:extLst>
              <a:ext uri="{FF2B5EF4-FFF2-40B4-BE49-F238E27FC236}">
                <a16:creationId xmlns:a16="http://schemas.microsoft.com/office/drawing/2014/main" id="{89A73614-6DA6-4B69-B168-71262490AE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637" y="0"/>
            <a:ext cx="4003200" cy="1989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B1C8FC9-8BA4-40CF-A1C5-C848CA28A6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fr-FR" dirty="0"/>
              <a:t>Titre du slide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FF376DB-0A27-49AE-8385-960FC5A986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54307" y="249973"/>
            <a:ext cx="1859441" cy="1774090"/>
          </a:xfrm>
          <a:prstGeom prst="rect">
            <a:avLst/>
          </a:prstGeom>
        </p:spPr>
      </p:pic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37720D00-7C4D-4E0B-9081-B9C0EB545F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0250" y="1989138"/>
            <a:ext cx="10426700" cy="4087812"/>
          </a:xfrm>
          <a:prstGeom prst="rect">
            <a:avLst/>
          </a:prstGeom>
        </p:spPr>
        <p:txBody>
          <a:bodyPr/>
          <a:lstStyle>
            <a:lvl2pPr marL="457200" indent="-457200">
              <a:buFont typeface="Arial" panose="020B0604020202020204" pitchFamily="34" charset="0"/>
              <a:buChar char="•"/>
              <a:defRPr sz="3600"/>
            </a:lvl2pPr>
            <a:lvl3pPr marL="698500" indent="-342900">
              <a:buSzPct val="80000"/>
              <a:buFont typeface="Calibri" panose="020F0502020204030204" pitchFamily="34" charset="0"/>
              <a:buChar char="˃"/>
              <a:defRPr sz="3200"/>
            </a:lvl3pPr>
            <a:lvl4pPr marL="895350" indent="-177800">
              <a:buClr>
                <a:srgbClr val="374767"/>
              </a:buClr>
              <a:buFont typeface="Calibri" panose="020F0502020204030204" pitchFamily="34" charset="0"/>
              <a:buChar char="‐"/>
              <a:defRPr sz="2800"/>
            </a:lvl4pPr>
            <a:lvl5pPr marL="1828800" indent="0">
              <a:buNone/>
              <a:defRPr/>
            </a:lvl5pPr>
          </a:lstStyle>
          <a:p>
            <a:pPr lvl="1"/>
            <a:r>
              <a:rPr lang="fr-FR" dirty="0"/>
              <a:t>Premier Niveau</a:t>
            </a:r>
          </a:p>
          <a:p>
            <a:pPr lvl="2"/>
            <a:r>
              <a:rPr lang="fr-FR" dirty="0"/>
              <a:t>Deuxième niveau</a:t>
            </a:r>
          </a:p>
          <a:p>
            <a:pPr lvl="3"/>
            <a:r>
              <a:rPr lang="fr-FR" dirty="0"/>
              <a:t>	Troisième niveau</a:t>
            </a:r>
          </a:p>
          <a:p>
            <a:pPr lvl="2"/>
            <a:r>
              <a:rPr lang="fr-FR" dirty="0"/>
              <a:t>Test</a:t>
            </a:r>
          </a:p>
          <a:p>
            <a:pPr lvl="3"/>
            <a:r>
              <a:rPr lang="fr-FR" dirty="0"/>
              <a:t>Test</a:t>
            </a:r>
          </a:p>
          <a:p>
            <a:pPr lvl="1"/>
            <a:r>
              <a:rPr lang="fr-FR" dirty="0"/>
              <a:t>Test</a:t>
            </a:r>
          </a:p>
        </p:txBody>
      </p:sp>
    </p:spTree>
    <p:extLst>
      <p:ext uri="{BB962C8B-B14F-4D97-AF65-F5344CB8AC3E}">
        <p14:creationId xmlns:p14="http://schemas.microsoft.com/office/powerpoint/2010/main" val="41381710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5" descr="Résultat de recherche d'images pour &quot;supinfo&quot;">
            <a:extLst>
              <a:ext uri="{FF2B5EF4-FFF2-40B4-BE49-F238E27FC236}">
                <a16:creationId xmlns:a16="http://schemas.microsoft.com/office/drawing/2014/main" id="{89A73614-6DA6-4B69-B168-71262490AE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637" y="0"/>
            <a:ext cx="4003200" cy="1989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B1C8FC9-8BA4-40CF-A1C5-C848CA28A6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dirty="0"/>
              <a:t>Titre du slide</a:t>
            </a:r>
          </a:p>
        </p:txBody>
      </p:sp>
    </p:spTree>
    <p:extLst>
      <p:ext uri="{BB962C8B-B14F-4D97-AF65-F5344CB8AC3E}">
        <p14:creationId xmlns:p14="http://schemas.microsoft.com/office/powerpoint/2010/main" val="4211425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26F3814-DEB8-40D2-9218-710576CBC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230" y="365125"/>
            <a:ext cx="975857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  <a:r>
              <a:rPr lang="fr-FR" b="0" i="0" dirty="0">
                <a:solidFill>
                  <a:srgbClr val="333333"/>
                </a:solidFill>
                <a:effectLst/>
                <a:latin typeface="FontAwesome" pitchFamily="2" charset="0"/>
              </a:rPr>
              <a:t> </a:t>
            </a:r>
            <a:endParaRPr lang="fr-FR" dirty="0"/>
          </a:p>
        </p:txBody>
      </p:sp>
      <p:pic>
        <p:nvPicPr>
          <p:cNvPr id="1028" name="Picture 4" descr="Résultat de recherche d'images pour &quot;supinfo&quot;">
            <a:extLst>
              <a:ext uri="{FF2B5EF4-FFF2-40B4-BE49-F238E27FC236}">
                <a16:creationId xmlns:a16="http://schemas.microsoft.com/office/drawing/2014/main" id="{3AF25C87-B2FB-47C9-806C-58A057BC27A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79" y="6195486"/>
            <a:ext cx="1713292" cy="65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AB745639-0603-4310-A0A7-1108FA102555}"/>
              </a:ext>
            </a:extLst>
          </p:cNvPr>
          <p:cNvSpPr txBox="1"/>
          <p:nvPr userDrawn="1"/>
        </p:nvSpPr>
        <p:spPr>
          <a:xfrm>
            <a:off x="4057668" y="6400412"/>
            <a:ext cx="41084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noProof="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© SUPINFO International </a:t>
            </a:r>
            <a:r>
              <a:rPr lang="fr-FR" sz="1200" kern="1200" noProof="0" dirty="0" err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University</a:t>
            </a:r>
            <a:r>
              <a:rPr lang="fr-FR" sz="1200" kern="1200" noProof="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 – http://www.supinfo.com</a:t>
            </a:r>
          </a:p>
        </p:txBody>
      </p:sp>
      <p:sp>
        <p:nvSpPr>
          <p:cNvPr id="14" name="Organigramme : Procédé 13">
            <a:extLst>
              <a:ext uri="{FF2B5EF4-FFF2-40B4-BE49-F238E27FC236}">
                <a16:creationId xmlns:a16="http://schemas.microsoft.com/office/drawing/2014/main" id="{3596FFB8-4B25-4128-B2CB-1BDE469F50D7}"/>
              </a:ext>
            </a:extLst>
          </p:cNvPr>
          <p:cNvSpPr/>
          <p:nvPr userDrawn="1"/>
        </p:nvSpPr>
        <p:spPr>
          <a:xfrm>
            <a:off x="0" y="-1"/>
            <a:ext cx="134178" cy="6858001"/>
          </a:xfrm>
          <a:prstGeom prst="flowChartProcess">
            <a:avLst/>
          </a:prstGeom>
          <a:solidFill>
            <a:srgbClr val="042956"/>
          </a:solidFill>
          <a:ln>
            <a:solidFill>
              <a:srgbClr val="0429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26" name="Picture 2" descr="Résultat de recherche d'images pour &quot;supinfo&quot;">
            <a:extLst>
              <a:ext uri="{FF2B5EF4-FFF2-40B4-BE49-F238E27FC236}">
                <a16:creationId xmlns:a16="http://schemas.microsoft.com/office/drawing/2014/main" id="{ABF1DF05-3E0B-4406-B442-335E64D0E76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1055" y="6184763"/>
            <a:ext cx="1639957" cy="655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7927B81-6D98-43EF-9683-9118C4C7B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1"/>
            <a:r>
              <a:rPr lang="fr-FR" dirty="0"/>
              <a:t>Premier Niveau</a:t>
            </a:r>
          </a:p>
          <a:p>
            <a:pPr lvl="2"/>
            <a:r>
              <a:rPr lang="fr-FR" dirty="0"/>
              <a:t>Deuxième niveau</a:t>
            </a:r>
          </a:p>
          <a:p>
            <a:pPr lvl="3"/>
            <a:r>
              <a:rPr lang="fr-FR" dirty="0"/>
              <a:t>Troisième niveau</a:t>
            </a:r>
          </a:p>
          <a:p>
            <a:pPr lvl="3"/>
            <a:endParaRPr lang="fr-FR" dirty="0"/>
          </a:p>
          <a:p>
            <a:pPr lvl="2"/>
            <a:r>
              <a:rPr lang="fr-FR" dirty="0"/>
              <a:t>Test</a:t>
            </a:r>
          </a:p>
          <a:p>
            <a:pPr lvl="1"/>
            <a:r>
              <a:rPr lang="fr-FR" dirty="0"/>
              <a:t>Test</a:t>
            </a:r>
          </a:p>
          <a:p>
            <a:pPr lv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04328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5" r:id="rId2"/>
    <p:sldLayoutId id="2147483684" r:id="rId3"/>
    <p:sldLayoutId id="2147483686" r:id="rId4"/>
    <p:sldLayoutId id="2147483654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1" r:id="rId15"/>
    <p:sldLayoutId id="2147483673" r:id="rId16"/>
    <p:sldLayoutId id="2147483687" r:id="rId17"/>
    <p:sldLayoutId id="2147483688" r:id="rId18"/>
    <p:sldLayoutId id="2147483672" r:id="rId19"/>
    <p:sldLayoutId id="2147483689" r:id="rId20"/>
    <p:sldLayoutId id="2147483690" r:id="rId21"/>
    <p:sldLayoutId id="2147483674" r:id="rId22"/>
    <p:sldLayoutId id="2147483680" r:id="rId23"/>
    <p:sldLayoutId id="2147483691" r:id="rId24"/>
    <p:sldLayoutId id="2147483679" r:id="rId2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fr-FR" sz="4800" b="0" i="0" kern="1200" smtClean="0">
          <a:solidFill>
            <a:srgbClr val="042956"/>
          </a:solidFill>
          <a:effectLst/>
          <a:latin typeface="+mj-lt"/>
          <a:ea typeface="Microsoft YaHei U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SzPct val="80000"/>
        <a:buFont typeface="FontAwesome" pitchFamily="2" charset="0"/>
        <a:buNone/>
        <a:tabLst/>
        <a:defRPr sz="1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457200" algn="l" defTabSz="914400" rtl="0" eaLnBrk="1" latinLnBrk="0" hangingPunct="1">
        <a:lnSpc>
          <a:spcPct val="9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800" b="0" kern="1200">
          <a:solidFill>
            <a:srgbClr val="042956"/>
          </a:solidFill>
          <a:latin typeface="+mn-lt"/>
          <a:ea typeface="+mn-ea"/>
          <a:cs typeface="+mn-cs"/>
        </a:defRPr>
      </a:lvl2pPr>
      <a:lvl3pPr marL="698500" indent="-342900" algn="l" defTabSz="914400" rtl="0" eaLnBrk="1" latinLnBrk="0" hangingPunct="1">
        <a:lnSpc>
          <a:spcPct val="90000"/>
        </a:lnSpc>
        <a:spcBef>
          <a:spcPts val="500"/>
        </a:spcBef>
        <a:buClr>
          <a:srgbClr val="374767"/>
        </a:buClr>
        <a:buSzPct val="80000"/>
        <a:buFont typeface="Calibri" panose="020F0502020204030204" pitchFamily="34" charset="0"/>
        <a:buChar char="˃"/>
        <a:defRPr sz="2400" b="0" kern="1200">
          <a:solidFill>
            <a:srgbClr val="374767"/>
          </a:solidFill>
          <a:latin typeface="+mn-lt"/>
          <a:ea typeface="+mn-ea"/>
          <a:cs typeface="+mn-cs"/>
        </a:defRPr>
      </a:lvl3pPr>
      <a:lvl4pPr marL="1079500" indent="-342900" algn="l" defTabSz="1160463" rtl="0" eaLnBrk="1" latinLnBrk="0" hangingPunct="1">
        <a:lnSpc>
          <a:spcPct val="90000"/>
        </a:lnSpc>
        <a:spcBef>
          <a:spcPts val="500"/>
        </a:spcBef>
        <a:buClr>
          <a:srgbClr val="374767"/>
        </a:buClr>
        <a:buSzPct val="80000"/>
        <a:buFont typeface="Calibri" panose="020F0502020204030204" pitchFamily="34" charset="0"/>
        <a:buChar char="‐"/>
        <a:defRPr sz="2000" b="0" kern="1200">
          <a:solidFill>
            <a:srgbClr val="374767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FontAwesome" pitchFamily="2" charset="0"/>
        <a:buChar char=""/>
        <a:defRPr sz="10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51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Relationship Id="rId5" Type="http://schemas.microsoft.com/office/2007/relationships/hdphoto" Target="../media/hdphoto2.wdp"/><Relationship Id="rId4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://thesis.sad.supinfo.com/" TargetMode="External"/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AE0873-502F-4AC7-A8ED-71F26567F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rgbClr val="042956"/>
                </a:solidFill>
              </a:rPr>
              <a:t>EXAMENS DE FIN D’ETUDES</a:t>
            </a:r>
            <a:endParaRPr lang="fr-FR" dirty="0">
              <a:solidFill>
                <a:srgbClr val="042956"/>
              </a:solidFill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8838073-4342-4611-BAFD-B2C2A0C9CF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3433" y="3955183"/>
            <a:ext cx="6466115" cy="474927"/>
          </a:xfrm>
        </p:spPr>
        <p:txBody>
          <a:bodyPr>
            <a:normAutofit fontScale="77500" lnSpcReduction="20000"/>
          </a:bodyPr>
          <a:lstStyle/>
          <a:p>
            <a:r>
              <a:rPr lang="fr-FR" dirty="0"/>
              <a:t>5MDD - PRINCIPAUX CONSEILS POUR LA SOUTENANCE</a:t>
            </a:r>
          </a:p>
        </p:txBody>
      </p:sp>
      <p:pic>
        <p:nvPicPr>
          <p:cNvPr id="6" name="Espace réservé pour une image  5">
            <a:extLst>
              <a:ext uri="{FF2B5EF4-FFF2-40B4-BE49-F238E27FC236}">
                <a16:creationId xmlns:a16="http://schemas.microsoft.com/office/drawing/2014/main" id="{869197B9-BEE2-4BFA-A5C3-C257A33F4A34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14" r="1181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75423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5985B1-F8BC-4707-A050-13C27C0B7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EE662AF-2B16-4FB7-9B53-4DD4DFC3A0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62800" y="1677916"/>
            <a:ext cx="550800" cy="552155"/>
          </a:xfrm>
        </p:spPr>
        <p:txBody>
          <a:bodyPr anchor="ctr">
            <a:normAutofit fontScale="92500" lnSpcReduction="20000"/>
          </a:bodyPr>
          <a:lstStyle/>
          <a:p>
            <a:pPr algn="ctr"/>
            <a:r>
              <a:rPr lang="fr-FR" dirty="0"/>
              <a:t>1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BDC5A7B-7952-4CBA-B7C4-48550F6F3D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2800" y="2341184"/>
            <a:ext cx="550800" cy="552155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fr-FR" dirty="0"/>
              <a:t>2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C037A9C-192E-4EEA-BAB2-C033044147C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2800" y="3004452"/>
            <a:ext cx="550800" cy="552155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fr-FR" dirty="0"/>
              <a:t>3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DE4510CB-571E-4E15-B8F4-CE44B4498F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62800" y="3667720"/>
            <a:ext cx="550800" cy="552155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fr-FR" dirty="0"/>
              <a:t>4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16E8CA2E-06C8-49BC-8BA5-A5D59A152D3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62800" y="4330988"/>
            <a:ext cx="550800" cy="552155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fr-FR" dirty="0"/>
              <a:t>5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4E0DBB53-1C1C-45F7-9E41-29A92ED109C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312860" y="1741627"/>
            <a:ext cx="6113979" cy="424732"/>
          </a:xfrm>
        </p:spPr>
        <p:txBody>
          <a:bodyPr/>
          <a:lstStyle/>
          <a:p>
            <a:r>
              <a:rPr lang="fr-FR" dirty="0"/>
              <a:t>Les OBJECTIFS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120C02B5-309C-438B-8DF4-7C346CD752E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312860" y="2404895"/>
            <a:ext cx="6113979" cy="424732"/>
          </a:xfrm>
        </p:spPr>
        <p:txBody>
          <a:bodyPr/>
          <a:lstStyle/>
          <a:p>
            <a:r>
              <a:rPr lang="fr-FR" dirty="0"/>
              <a:t>Le DEROULEMENT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E015AA56-B25A-4CA9-ACF3-FC4DBF01A6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312859" y="3068163"/>
            <a:ext cx="6113979" cy="424732"/>
          </a:xfrm>
        </p:spPr>
        <p:txBody>
          <a:bodyPr/>
          <a:lstStyle/>
          <a:p>
            <a:r>
              <a:rPr lang="fr-FR" dirty="0"/>
              <a:t>Le SUPPORT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33B22160-27A1-4403-B744-84DA22AECBF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312859" y="3731431"/>
            <a:ext cx="6113979" cy="424732"/>
          </a:xfrm>
        </p:spPr>
        <p:txBody>
          <a:bodyPr/>
          <a:lstStyle/>
          <a:p>
            <a:r>
              <a:rPr lang="fr-FR" dirty="0"/>
              <a:t>Les CONSEILS POUR REUSSIR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ABD4A924-E765-47FB-B4CE-14D5BF47EDB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312859" y="4371096"/>
            <a:ext cx="6113979" cy="424732"/>
          </a:xfrm>
        </p:spPr>
        <p:txBody>
          <a:bodyPr/>
          <a:lstStyle/>
          <a:p>
            <a:r>
              <a:rPr lang="fr-FR" dirty="0"/>
              <a:t>La PREPARATION</a:t>
            </a:r>
          </a:p>
        </p:txBody>
      </p:sp>
      <p:sp>
        <p:nvSpPr>
          <p:cNvPr id="14" name="Espace réservé du texte 6">
            <a:extLst>
              <a:ext uri="{FF2B5EF4-FFF2-40B4-BE49-F238E27FC236}">
                <a16:creationId xmlns:a16="http://schemas.microsoft.com/office/drawing/2014/main" id="{84DEB6F3-3E9E-44C3-8CEB-A64DD539A6CE}"/>
              </a:ext>
            </a:extLst>
          </p:cNvPr>
          <p:cNvSpPr txBox="1">
            <a:spLocks/>
          </p:cNvSpPr>
          <p:nvPr/>
        </p:nvSpPr>
        <p:spPr>
          <a:xfrm>
            <a:off x="562800" y="4994256"/>
            <a:ext cx="550800" cy="552155"/>
          </a:xfrm>
          <a:prstGeom prst="ellipse">
            <a:avLst/>
          </a:prstGeom>
          <a:ln>
            <a:solidFill>
              <a:srgbClr val="042956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FontAwesome" pitchFamily="2" charset="0"/>
              <a:buNone/>
              <a:tabLst/>
              <a:defRPr sz="2800" b="0" kern="1200">
                <a:solidFill>
                  <a:srgbClr val="042956"/>
                </a:solidFill>
                <a:latin typeface="+mj-lt"/>
                <a:ea typeface="Microsoft YaHei UI" panose="020B0503020204020204" pitchFamily="34" charset="-122"/>
                <a:cs typeface="+mn-cs"/>
              </a:defRPr>
            </a:lvl1pPr>
            <a:lvl2pPr marL="4572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800" b="0" kern="1200">
                <a:solidFill>
                  <a:srgbClr val="042956"/>
                </a:solidFill>
                <a:latin typeface="+mn-lt"/>
                <a:ea typeface="+mn-ea"/>
                <a:cs typeface="+mn-cs"/>
              </a:defRPr>
            </a:lvl2pPr>
            <a:lvl3pPr marL="6985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74767"/>
              </a:buClr>
              <a:buSzPct val="80000"/>
              <a:buFont typeface="Calibri" panose="020F0502020204030204" pitchFamily="34" charset="0"/>
              <a:buChar char="˃"/>
              <a:defRPr sz="2400" b="0" kern="1200">
                <a:solidFill>
                  <a:srgbClr val="374767"/>
                </a:solidFill>
                <a:latin typeface="+mn-lt"/>
                <a:ea typeface="+mn-ea"/>
                <a:cs typeface="+mn-cs"/>
              </a:defRPr>
            </a:lvl3pPr>
            <a:lvl4pPr marL="1079500" indent="-342900" algn="l" defTabSz="1160463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74767"/>
              </a:buClr>
              <a:buSzPct val="80000"/>
              <a:buFont typeface="Calibri" panose="020F0502020204030204" pitchFamily="34" charset="0"/>
              <a:buChar char="‐"/>
              <a:defRPr sz="2000" b="0" kern="1200">
                <a:solidFill>
                  <a:srgbClr val="374767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FontAwesome" pitchFamily="2" charset="0"/>
              <a:buChar char=""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5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dirty="0"/>
              <a:t>6</a:t>
            </a:r>
          </a:p>
        </p:txBody>
      </p:sp>
      <p:sp>
        <p:nvSpPr>
          <p:cNvPr id="15" name="Espace réservé du texte 11">
            <a:extLst>
              <a:ext uri="{FF2B5EF4-FFF2-40B4-BE49-F238E27FC236}">
                <a16:creationId xmlns:a16="http://schemas.microsoft.com/office/drawing/2014/main" id="{1C3C6089-6574-413A-95B6-CA6C9646ACC9}"/>
              </a:ext>
            </a:extLst>
          </p:cNvPr>
          <p:cNvSpPr txBox="1">
            <a:spLocks/>
          </p:cNvSpPr>
          <p:nvPr/>
        </p:nvSpPr>
        <p:spPr>
          <a:xfrm>
            <a:off x="1312858" y="5057967"/>
            <a:ext cx="6113979" cy="4247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FontAwesome" pitchFamily="2" charset="0"/>
              <a:buNone/>
              <a:tabLst/>
              <a:defRPr sz="2400" b="0" kern="1200">
                <a:solidFill>
                  <a:srgbClr val="374767"/>
                </a:solidFill>
                <a:latin typeface="+mj-lt"/>
                <a:ea typeface="Microsoft JhengHei UI Light" panose="020B0304030504040204" pitchFamily="34" charset="-120"/>
                <a:cs typeface="+mn-cs"/>
              </a:defRPr>
            </a:lvl1pPr>
            <a:lvl2pPr marL="4572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800" b="0" kern="1200">
                <a:solidFill>
                  <a:srgbClr val="042956"/>
                </a:solidFill>
                <a:latin typeface="+mn-lt"/>
                <a:ea typeface="+mn-ea"/>
                <a:cs typeface="+mn-cs"/>
              </a:defRPr>
            </a:lvl2pPr>
            <a:lvl3pPr marL="6985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74767"/>
              </a:buClr>
              <a:buSzPct val="80000"/>
              <a:buFont typeface="Calibri" panose="020F0502020204030204" pitchFamily="34" charset="0"/>
              <a:buChar char="˃"/>
              <a:defRPr sz="2400" b="0" kern="1200">
                <a:solidFill>
                  <a:srgbClr val="374767"/>
                </a:solidFill>
                <a:latin typeface="+mn-lt"/>
                <a:ea typeface="+mn-ea"/>
                <a:cs typeface="+mn-cs"/>
              </a:defRPr>
            </a:lvl3pPr>
            <a:lvl4pPr marL="1079500" indent="-342900" algn="l" defTabSz="1160463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74767"/>
              </a:buClr>
              <a:buSzPct val="80000"/>
              <a:buFont typeface="Calibri" panose="020F0502020204030204" pitchFamily="34" charset="0"/>
              <a:buChar char="‐"/>
              <a:defRPr sz="2000" b="0" kern="1200">
                <a:solidFill>
                  <a:srgbClr val="374767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FontAwesome" pitchFamily="2" charset="0"/>
              <a:buChar char=""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5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Les PIEGES à éviter</a:t>
            </a:r>
          </a:p>
        </p:txBody>
      </p:sp>
      <p:sp>
        <p:nvSpPr>
          <p:cNvPr id="16" name="Espace réservé du texte 6">
            <a:extLst>
              <a:ext uri="{FF2B5EF4-FFF2-40B4-BE49-F238E27FC236}">
                <a16:creationId xmlns:a16="http://schemas.microsoft.com/office/drawing/2014/main" id="{DD9C52CD-DA08-4087-8EE8-08D0F76AADB7}"/>
              </a:ext>
            </a:extLst>
          </p:cNvPr>
          <p:cNvSpPr txBox="1">
            <a:spLocks/>
          </p:cNvSpPr>
          <p:nvPr/>
        </p:nvSpPr>
        <p:spPr>
          <a:xfrm>
            <a:off x="572814" y="5657524"/>
            <a:ext cx="550800" cy="552155"/>
          </a:xfrm>
          <a:prstGeom prst="ellipse">
            <a:avLst/>
          </a:prstGeom>
          <a:ln>
            <a:solidFill>
              <a:srgbClr val="042956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FontAwesome" pitchFamily="2" charset="0"/>
              <a:buNone/>
              <a:tabLst/>
              <a:defRPr sz="2800" b="0" kern="1200">
                <a:solidFill>
                  <a:srgbClr val="042956"/>
                </a:solidFill>
                <a:latin typeface="+mj-lt"/>
                <a:ea typeface="Microsoft YaHei UI" panose="020B0503020204020204" pitchFamily="34" charset="-122"/>
                <a:cs typeface="+mn-cs"/>
              </a:defRPr>
            </a:lvl1pPr>
            <a:lvl2pPr marL="4572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800" b="0" kern="1200">
                <a:solidFill>
                  <a:srgbClr val="042956"/>
                </a:solidFill>
                <a:latin typeface="+mn-lt"/>
                <a:ea typeface="+mn-ea"/>
                <a:cs typeface="+mn-cs"/>
              </a:defRPr>
            </a:lvl2pPr>
            <a:lvl3pPr marL="6985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74767"/>
              </a:buClr>
              <a:buSzPct val="80000"/>
              <a:buFont typeface="Calibri" panose="020F0502020204030204" pitchFamily="34" charset="0"/>
              <a:buChar char="˃"/>
              <a:defRPr sz="2400" b="0" kern="1200">
                <a:solidFill>
                  <a:srgbClr val="374767"/>
                </a:solidFill>
                <a:latin typeface="+mn-lt"/>
                <a:ea typeface="+mn-ea"/>
                <a:cs typeface="+mn-cs"/>
              </a:defRPr>
            </a:lvl3pPr>
            <a:lvl4pPr marL="1079500" indent="-342900" algn="l" defTabSz="1160463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74767"/>
              </a:buClr>
              <a:buSzPct val="80000"/>
              <a:buFont typeface="Calibri" panose="020F0502020204030204" pitchFamily="34" charset="0"/>
              <a:buChar char="‐"/>
              <a:defRPr sz="2000" b="0" kern="1200">
                <a:solidFill>
                  <a:srgbClr val="374767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FontAwesome" pitchFamily="2" charset="0"/>
              <a:buChar char=""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5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dirty="0"/>
              <a:t>7</a:t>
            </a:r>
          </a:p>
        </p:txBody>
      </p:sp>
      <p:sp>
        <p:nvSpPr>
          <p:cNvPr id="17" name="Espace réservé du texte 11">
            <a:extLst>
              <a:ext uri="{FF2B5EF4-FFF2-40B4-BE49-F238E27FC236}">
                <a16:creationId xmlns:a16="http://schemas.microsoft.com/office/drawing/2014/main" id="{79070A49-61B0-417B-ADDB-CD88BA97B72A}"/>
              </a:ext>
            </a:extLst>
          </p:cNvPr>
          <p:cNvSpPr txBox="1">
            <a:spLocks/>
          </p:cNvSpPr>
          <p:nvPr/>
        </p:nvSpPr>
        <p:spPr>
          <a:xfrm>
            <a:off x="1312858" y="5721235"/>
            <a:ext cx="6113979" cy="4247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FontAwesome" pitchFamily="2" charset="0"/>
              <a:buNone/>
              <a:tabLst/>
              <a:defRPr sz="2400" b="0" kern="1200">
                <a:solidFill>
                  <a:srgbClr val="374767"/>
                </a:solidFill>
                <a:latin typeface="+mj-lt"/>
                <a:ea typeface="Microsoft JhengHei UI Light" panose="020B0304030504040204" pitchFamily="34" charset="-120"/>
                <a:cs typeface="+mn-cs"/>
              </a:defRPr>
            </a:lvl1pPr>
            <a:lvl2pPr marL="4572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800" b="0" kern="1200">
                <a:solidFill>
                  <a:srgbClr val="042956"/>
                </a:solidFill>
                <a:latin typeface="+mn-lt"/>
                <a:ea typeface="+mn-ea"/>
                <a:cs typeface="+mn-cs"/>
              </a:defRPr>
            </a:lvl2pPr>
            <a:lvl3pPr marL="6985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74767"/>
              </a:buClr>
              <a:buSzPct val="80000"/>
              <a:buFont typeface="Calibri" panose="020F0502020204030204" pitchFamily="34" charset="0"/>
              <a:buChar char="˃"/>
              <a:defRPr sz="2400" b="0" kern="1200">
                <a:solidFill>
                  <a:srgbClr val="374767"/>
                </a:solidFill>
                <a:latin typeface="+mn-lt"/>
                <a:ea typeface="+mn-ea"/>
                <a:cs typeface="+mn-cs"/>
              </a:defRPr>
            </a:lvl3pPr>
            <a:lvl4pPr marL="1079500" indent="-342900" algn="l" defTabSz="1160463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74767"/>
              </a:buClr>
              <a:buSzPct val="80000"/>
              <a:buFont typeface="Calibri" panose="020F0502020204030204" pitchFamily="34" charset="0"/>
              <a:buChar char="‐"/>
              <a:defRPr sz="2000" b="0" kern="1200">
                <a:solidFill>
                  <a:srgbClr val="374767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FontAwesome" pitchFamily="2" charset="0"/>
              <a:buChar char=""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5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L’EVALUATION / La VALIDATION</a:t>
            </a:r>
          </a:p>
        </p:txBody>
      </p:sp>
    </p:spTree>
    <p:extLst>
      <p:ext uri="{BB962C8B-B14F-4D97-AF65-F5344CB8AC3E}">
        <p14:creationId xmlns:p14="http://schemas.microsoft.com/office/powerpoint/2010/main" val="747829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EDB68E-1F10-468A-BD55-D4E6343E2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Pour commencer…</a:t>
            </a:r>
          </a:p>
        </p:txBody>
      </p:sp>
      <p:sp>
        <p:nvSpPr>
          <p:cNvPr id="4" name="Espace réservé du texte 5">
            <a:extLst>
              <a:ext uri="{FF2B5EF4-FFF2-40B4-BE49-F238E27FC236}">
                <a16:creationId xmlns:a16="http://schemas.microsoft.com/office/drawing/2014/main" id="{320F259C-9D2A-4675-A968-94169D1D05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0250" y="1989138"/>
            <a:ext cx="10426700" cy="4087812"/>
          </a:xfrm>
          <a:prstGeom prst="rect">
            <a:avLst/>
          </a:prstGeom>
        </p:spPr>
        <p:txBody>
          <a:bodyPr/>
          <a:lstStyle>
            <a:lvl2pPr marL="457200" indent="-457200">
              <a:buFont typeface="Arial" panose="020B0604020202020204" pitchFamily="34" charset="0"/>
              <a:buChar char="•"/>
              <a:defRPr sz="3600"/>
            </a:lvl2pPr>
            <a:lvl3pPr marL="698500" indent="-342900">
              <a:buSzPct val="80000"/>
              <a:buFont typeface="Calibri" panose="020F0502020204030204" pitchFamily="34" charset="0"/>
              <a:buChar char="˃"/>
              <a:defRPr sz="3200"/>
            </a:lvl3pPr>
            <a:lvl4pPr marL="895350" indent="-177800">
              <a:buClr>
                <a:srgbClr val="374767"/>
              </a:buClr>
              <a:buFont typeface="Calibri" panose="020F0502020204030204" pitchFamily="34" charset="0"/>
              <a:buChar char="‐"/>
              <a:defRPr sz="2800"/>
            </a:lvl4pPr>
            <a:lvl5pPr marL="1828800" indent="0">
              <a:buNone/>
              <a:defRPr/>
            </a:lvl5pPr>
          </a:lstStyle>
          <a:p>
            <a:pPr lvl="1"/>
            <a:r>
              <a:rPr lang="fr-FR" dirty="0">
                <a:solidFill>
                  <a:srgbClr val="374767"/>
                </a:solidFill>
              </a:rPr>
              <a:t>La soutenance en un mot ?</a:t>
            </a:r>
          </a:p>
          <a:p>
            <a:pPr marL="355600" lvl="2" indent="0">
              <a:buNone/>
            </a:pPr>
            <a:endParaRPr lang="en-US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E0B8A89-AA04-4A60-A33E-268ABA901095}"/>
              </a:ext>
            </a:extLst>
          </p:cNvPr>
          <p:cNvSpPr txBox="1"/>
          <p:nvPr/>
        </p:nvSpPr>
        <p:spPr>
          <a:xfrm>
            <a:off x="7275443" y="2494722"/>
            <a:ext cx="3349487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3900" dirty="0">
                <a:solidFill>
                  <a:srgbClr val="374767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731710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39EB1F-61DB-4215-916D-601A7B253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291" y="2383112"/>
            <a:ext cx="10973435" cy="1247462"/>
          </a:xfrm>
        </p:spPr>
        <p:txBody>
          <a:bodyPr>
            <a:normAutofit fontScale="90000"/>
          </a:bodyPr>
          <a:lstStyle/>
          <a:p>
            <a:r>
              <a:rPr lang="fr-FR" dirty="0"/>
              <a:t>Les OBJECTIFS de la SOUTENANCE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9CA9EEE-3A6A-4521-BE3C-E73680F651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EXAMENS DE FIN D’ETUDES</a:t>
            </a:r>
          </a:p>
        </p:txBody>
      </p:sp>
      <p:pic>
        <p:nvPicPr>
          <p:cNvPr id="6" name="Espace réservé pour une image  5">
            <a:extLst>
              <a:ext uri="{FF2B5EF4-FFF2-40B4-BE49-F238E27FC236}">
                <a16:creationId xmlns:a16="http://schemas.microsoft.com/office/drawing/2014/main" id="{CB1DDC49-3C3D-428A-8473-B80840089D2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34" r="413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664591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65CF65-779F-44EA-8B9D-D6B771D93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OBJECTIFS de la SOUTENANCE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D4A1F50-A3F2-4DCD-9620-32A4092130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fr-FR" dirty="0"/>
              <a:t>Démontrer vos </a:t>
            </a:r>
            <a:r>
              <a:rPr lang="fr-FR" b="1" dirty="0"/>
              <a:t>compétences professionnelles</a:t>
            </a:r>
          </a:p>
          <a:p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A46D82C-263B-4A4C-B211-DE1151619D6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fr-FR" dirty="0"/>
              <a:t>Montrer votre </a:t>
            </a:r>
            <a:r>
              <a:rPr lang="fr-FR" b="1" dirty="0"/>
              <a:t>capacité d’analyse </a:t>
            </a:r>
            <a:r>
              <a:rPr lang="fr-FR" dirty="0"/>
              <a:t>des données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8532CD8-9BCE-4584-A56B-35C1F8F4286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r>
              <a:rPr lang="fr-FR" dirty="0"/>
              <a:t>Montrer votre </a:t>
            </a:r>
            <a:r>
              <a:rPr lang="fr-FR" b="1" dirty="0"/>
              <a:t>compréhension du contexte de travail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ADCD73E-69BB-4DEF-9909-2FEAF22B29DC}"/>
              </a:ext>
            </a:extLst>
          </p:cNvPr>
          <p:cNvSpPr txBox="1"/>
          <p:nvPr/>
        </p:nvSpPr>
        <p:spPr>
          <a:xfrm>
            <a:off x="2222436" y="2154131"/>
            <a:ext cx="7767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0" dirty="0">
                <a:sym typeface="Wingdings 2" panose="05020102010507070707" pitchFamily="18" charset="2"/>
              </a:rPr>
              <a:t></a:t>
            </a:r>
            <a:endParaRPr lang="fr-FR" sz="800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0AA69F1-31CC-4584-BFFA-0CFAF74BD800}"/>
              </a:ext>
            </a:extLst>
          </p:cNvPr>
          <p:cNvSpPr txBox="1"/>
          <p:nvPr/>
        </p:nvSpPr>
        <p:spPr>
          <a:xfrm>
            <a:off x="8961758" y="2175253"/>
            <a:ext cx="7767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dirty="0">
                <a:sym typeface="Webdings" panose="05030102010509060703" pitchFamily="18" charset="2"/>
              </a:rPr>
              <a:t></a:t>
            </a:r>
            <a:endParaRPr lang="fr-FR" sz="600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1876CB5-8032-41FF-BB05-565DBAB1EE37}"/>
              </a:ext>
            </a:extLst>
          </p:cNvPr>
          <p:cNvSpPr txBox="1"/>
          <p:nvPr/>
        </p:nvSpPr>
        <p:spPr>
          <a:xfrm>
            <a:off x="5417920" y="2105561"/>
            <a:ext cx="84557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0" dirty="0">
                <a:sym typeface="Webdings" panose="05030102010509060703" pitchFamily="18" charset="2"/>
              </a:rPr>
              <a:t></a:t>
            </a:r>
            <a:endParaRPr lang="fr-FR" sz="8000" dirty="0"/>
          </a:p>
        </p:txBody>
      </p:sp>
    </p:spTree>
    <p:extLst>
      <p:ext uri="{BB962C8B-B14F-4D97-AF65-F5344CB8AC3E}">
        <p14:creationId xmlns:p14="http://schemas.microsoft.com/office/powerpoint/2010/main" val="2811900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14">
            <a:extLst>
              <a:ext uri="{FF2B5EF4-FFF2-40B4-BE49-F238E27FC236}">
                <a16:creationId xmlns:a16="http://schemas.microsoft.com/office/drawing/2014/main" id="{BE78224C-613D-47E1-A5B0-EDBE317EE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3108" y="2325329"/>
            <a:ext cx="845574" cy="845574"/>
          </a:xfrm>
          <a:prstGeom prst="rect">
            <a:avLst/>
          </a:prstGeom>
          <a:ln>
            <a:noFill/>
          </a:ln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6565CF65-779F-44EA-8B9D-D6B771D93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OBJECTIFS de la SOUTENANCE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A46D82C-263B-4A4C-B211-DE1151619D6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fr-FR" dirty="0"/>
              <a:t>Montrer </a:t>
            </a:r>
            <a:r>
              <a:rPr lang="fr-FR" b="1" dirty="0"/>
              <a:t>en quoi votre action a été originale</a:t>
            </a:r>
          </a:p>
          <a:p>
            <a:endParaRPr lang="fr-FR" b="1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8532CD8-9BCE-4584-A56B-35C1F8F4286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r>
              <a:rPr lang="fr-FR" dirty="0"/>
              <a:t>Montrer </a:t>
            </a:r>
            <a:r>
              <a:rPr lang="fr-FR" b="1" dirty="0"/>
              <a:t>votre capacité à vous positionner professionnellement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850E991-925B-426B-8E9A-9A6AFD695AAB}"/>
              </a:ext>
            </a:extLst>
          </p:cNvPr>
          <p:cNvSpPr txBox="1"/>
          <p:nvPr/>
        </p:nvSpPr>
        <p:spPr>
          <a:xfrm>
            <a:off x="9006003" y="2399071"/>
            <a:ext cx="845574" cy="776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14AB338-0365-4597-B6A8-F20A52F1C60F}"/>
              </a:ext>
            </a:extLst>
          </p:cNvPr>
          <p:cNvSpPr txBox="1"/>
          <p:nvPr/>
        </p:nvSpPr>
        <p:spPr>
          <a:xfrm>
            <a:off x="5597013" y="2394155"/>
            <a:ext cx="845574" cy="776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977F9E25-1A67-4697-8F56-F76BF1BF45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fr-FR" dirty="0"/>
              <a:t>Démontrer </a:t>
            </a:r>
            <a:r>
              <a:rPr lang="fr-FR" b="1" dirty="0"/>
              <a:t>en quoi votre analyse vous a amené à des choix judicieux</a:t>
            </a:r>
          </a:p>
          <a:p>
            <a:endParaRPr lang="fr-FR" dirty="0"/>
          </a:p>
        </p:txBody>
      </p:sp>
      <p:pic>
        <p:nvPicPr>
          <p:cNvPr id="1026" name="Picture 2" descr="RÃ©sultat de recherche d'images pour &quot;icon originalite&quot;">
            <a:extLst>
              <a:ext uri="{FF2B5EF4-FFF2-40B4-BE49-F238E27FC236}">
                <a16:creationId xmlns:a16="http://schemas.microsoft.com/office/drawing/2014/main" id="{5692BA4F-7698-475A-AF48-CE84B75DCA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4949" y="2114647"/>
            <a:ext cx="1184787" cy="1184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Ã©sultat de recherche d'images pour &quot;icone professionnalisme&quot;">
            <a:extLst>
              <a:ext uri="{FF2B5EF4-FFF2-40B4-BE49-F238E27FC236}">
                <a16:creationId xmlns:a16="http://schemas.microsoft.com/office/drawing/2014/main" id="{BE791903-5EA6-44D1-85FC-6C7AFF74B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0179" y="2293749"/>
            <a:ext cx="882070" cy="882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926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7511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39EB1F-61DB-4215-916D-601A7B253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291" y="2383112"/>
            <a:ext cx="11393263" cy="1247462"/>
          </a:xfrm>
        </p:spPr>
        <p:txBody>
          <a:bodyPr>
            <a:noAutofit/>
          </a:bodyPr>
          <a:lstStyle/>
          <a:p>
            <a:r>
              <a:rPr lang="fr-FR" sz="5400" dirty="0"/>
              <a:t>Le DEROULEMENT de la SOUTENANCE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9CA9EEE-3A6A-4521-BE3C-E73680F651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EXAMENS DE FIN D’ETUDES</a:t>
            </a:r>
          </a:p>
        </p:txBody>
      </p:sp>
      <p:pic>
        <p:nvPicPr>
          <p:cNvPr id="6" name="Espace réservé pour une image  5">
            <a:extLst>
              <a:ext uri="{FF2B5EF4-FFF2-40B4-BE49-F238E27FC236}">
                <a16:creationId xmlns:a16="http://schemas.microsoft.com/office/drawing/2014/main" id="{7CA06565-847B-45B9-A7EB-AA7C2D9E1BD6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" r="53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048066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C9543F-D477-489A-8778-0E57D106B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DEROULEMENT de la SOUTENANCE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8F3BAFB-3823-40E1-8C14-95FFE225B8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dirty="0"/>
              <a:t>Le Jury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DF9762F-B48B-40A4-886F-CCFF6DD7BA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Le timing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DB9F30AB-BB90-4ACA-B729-AE73F6DFB42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19250" y="2511425"/>
            <a:ext cx="3667125" cy="2768498"/>
          </a:xfrm>
        </p:spPr>
        <p:txBody>
          <a:bodyPr>
            <a:normAutofit/>
          </a:bodyPr>
          <a:lstStyle/>
          <a:p>
            <a:pPr marL="342900" indent="-342900">
              <a:buFontTx/>
              <a:buChar char="-"/>
            </a:pPr>
            <a:endParaRPr lang="fr-FR" dirty="0"/>
          </a:p>
          <a:p>
            <a:pPr marL="342900" indent="-342900">
              <a:buFontTx/>
              <a:buChar char="-"/>
            </a:pPr>
            <a:r>
              <a:rPr lang="fr-FR" dirty="0"/>
              <a:t>3 professionnels en activité. L’un des trois pourra être le tuteur de stage du candidat.</a:t>
            </a:r>
          </a:p>
          <a:p>
            <a:pPr marL="342900" indent="-342900">
              <a:buFontTx/>
              <a:buChar char="-"/>
            </a:pPr>
            <a:r>
              <a:rPr lang="fr-FR" dirty="0"/>
              <a:t>Le Campus Manager, et un représentant de SUPINFO, salarié du groupe.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4BE9B5AB-B306-4498-8AB8-070A59ED0E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05625" y="2590083"/>
            <a:ext cx="3667125" cy="2571852"/>
          </a:xfrm>
        </p:spPr>
        <p:txBody>
          <a:bodyPr>
            <a:normAutofit/>
          </a:bodyPr>
          <a:lstStyle/>
          <a:p>
            <a:pPr marL="342900" indent="-342900">
              <a:buFontTx/>
              <a:buChar char="-"/>
            </a:pPr>
            <a:endParaRPr lang="fr-FR" sz="1800" dirty="0"/>
          </a:p>
          <a:p>
            <a:pPr marL="342900" indent="-342900">
              <a:buFontTx/>
              <a:buChar char="-"/>
            </a:pPr>
            <a:r>
              <a:rPr lang="fr-FR" dirty="0"/>
              <a:t>se présenter 10 mn en avance sur le campus</a:t>
            </a:r>
          </a:p>
          <a:p>
            <a:pPr marL="342900" indent="-342900">
              <a:buFontTx/>
              <a:buChar char="-"/>
            </a:pPr>
            <a:r>
              <a:rPr lang="fr-FR" dirty="0"/>
              <a:t>30 mn de présentation </a:t>
            </a:r>
          </a:p>
          <a:p>
            <a:pPr marL="342900" indent="-342900">
              <a:buFontTx/>
              <a:buChar char="-"/>
            </a:pPr>
            <a:r>
              <a:rPr lang="fr-FR" dirty="0"/>
              <a:t>20 mn de questions/réponses</a:t>
            </a:r>
          </a:p>
          <a:p>
            <a:pPr marL="342900" indent="-342900">
              <a:buFontTx/>
              <a:buChar char="-"/>
            </a:pPr>
            <a:r>
              <a:rPr lang="fr-FR" dirty="0"/>
              <a:t>10 mn de délibération du jury</a:t>
            </a:r>
          </a:p>
        </p:txBody>
      </p:sp>
    </p:spTree>
    <p:extLst>
      <p:ext uri="{BB962C8B-B14F-4D97-AF65-F5344CB8AC3E}">
        <p14:creationId xmlns:p14="http://schemas.microsoft.com/office/powerpoint/2010/main" val="4168400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39EB1F-61DB-4215-916D-601A7B253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291" y="2383112"/>
            <a:ext cx="11393263" cy="1247462"/>
          </a:xfrm>
        </p:spPr>
        <p:txBody>
          <a:bodyPr>
            <a:noAutofit/>
          </a:bodyPr>
          <a:lstStyle/>
          <a:p>
            <a:r>
              <a:rPr lang="fr-FR" sz="5400" dirty="0"/>
              <a:t>Le SUPPORT de la SOUTENANCE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9CA9EEE-3A6A-4521-BE3C-E73680F651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EXAMENS DE FIN D’ETUDES</a:t>
            </a:r>
          </a:p>
        </p:txBody>
      </p:sp>
      <p:pic>
        <p:nvPicPr>
          <p:cNvPr id="7" name="Espace réservé pour une image  6">
            <a:extLst>
              <a:ext uri="{FF2B5EF4-FFF2-40B4-BE49-F238E27FC236}">
                <a16:creationId xmlns:a16="http://schemas.microsoft.com/office/drawing/2014/main" id="{982C24E1-20C5-4DB1-BDA1-5676B97F5D46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6652" r="6652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545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7EF3DB-AF64-4F44-B3F3-140C88500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SUPPORT de PRESENTATION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37F92F7-1F0A-4DC8-B84A-96C71F9491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6287" y="2454965"/>
            <a:ext cx="10962861" cy="3389243"/>
          </a:xfrm>
        </p:spPr>
        <p:txBody>
          <a:bodyPr>
            <a:normAutofit fontScale="92500"/>
          </a:bodyPr>
          <a:lstStyle/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fr-FR" sz="2000" dirty="0">
                <a:solidFill>
                  <a:srgbClr val="374767"/>
                </a:solidFill>
                <a:latin typeface="+mj-lt"/>
                <a:ea typeface="Microsoft JhengHei UI Light" panose="020B0304030504040204" pitchFamily="34" charset="-120"/>
              </a:rPr>
              <a:t> </a:t>
            </a:r>
            <a:r>
              <a:rPr lang="fr-FR" sz="2400" dirty="0">
                <a:solidFill>
                  <a:srgbClr val="374767"/>
                </a:solidFill>
                <a:ea typeface="Microsoft JhengHei UI Light" panose="020B0304030504040204" pitchFamily="34" charset="-120"/>
              </a:rPr>
              <a:t>Présentation de soi, de son parcours</a:t>
            </a:r>
          </a:p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fr-FR" sz="2400" dirty="0">
                <a:solidFill>
                  <a:srgbClr val="374767"/>
                </a:solidFill>
                <a:ea typeface="Microsoft JhengHei UI Light" panose="020B0304030504040204" pitchFamily="34" charset="-120"/>
              </a:rPr>
              <a:t> Présentation </a:t>
            </a:r>
            <a:r>
              <a:rPr lang="fr-FR" sz="2400" b="1" dirty="0">
                <a:solidFill>
                  <a:srgbClr val="374767"/>
                </a:solidFill>
                <a:ea typeface="Microsoft JhengHei UI Light" panose="020B0304030504040204" pitchFamily="34" charset="-120"/>
              </a:rPr>
              <a:t>rapide</a:t>
            </a:r>
            <a:r>
              <a:rPr lang="fr-FR" sz="2400" dirty="0">
                <a:solidFill>
                  <a:srgbClr val="374767"/>
                </a:solidFill>
                <a:ea typeface="Microsoft JhengHei UI Light" panose="020B0304030504040204" pitchFamily="34" charset="-120"/>
              </a:rPr>
              <a:t> de l’entreprise</a:t>
            </a:r>
          </a:p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fr-FR" sz="2400" dirty="0">
                <a:solidFill>
                  <a:srgbClr val="374767"/>
                </a:solidFill>
                <a:ea typeface="Microsoft JhengHei UI Light" panose="020B0304030504040204" pitchFamily="34" charset="-120"/>
              </a:rPr>
              <a:t> Présentation de la problématique et du contexte</a:t>
            </a:r>
          </a:p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fr-FR" sz="2400" dirty="0">
                <a:solidFill>
                  <a:srgbClr val="374767"/>
                </a:solidFill>
                <a:ea typeface="Microsoft JhengHei UI Light" panose="020B0304030504040204" pitchFamily="34" charset="-120"/>
              </a:rPr>
              <a:t> Présentation du projet, en insistant sur la contribution personnelle de l’étudiant</a:t>
            </a:r>
          </a:p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fr-FR" sz="2400" dirty="0">
                <a:solidFill>
                  <a:srgbClr val="374767"/>
                </a:solidFill>
                <a:ea typeface="Microsoft JhengHei UI Light" panose="020B0304030504040204" pitchFamily="34" charset="-120"/>
              </a:rPr>
              <a:t> Bilan de l’activité menée pendant les 6 mois : différentes missions, résultats du projet, difficultés rencontrées…</a:t>
            </a:r>
          </a:p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fr-FR" sz="2400" dirty="0">
                <a:solidFill>
                  <a:srgbClr val="374767"/>
                </a:solidFill>
                <a:ea typeface="Microsoft JhengHei UI Light" panose="020B0304030504040204" pitchFamily="34" charset="-120"/>
              </a:rPr>
              <a:t> Bilan des acquis (professionnels, formation, autres)</a:t>
            </a:r>
          </a:p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fr-FR" sz="2400" dirty="0">
                <a:solidFill>
                  <a:srgbClr val="374767"/>
                </a:solidFill>
                <a:ea typeface="Microsoft JhengHei UI Light" panose="020B0304030504040204" pitchFamily="34" charset="-120"/>
              </a:rPr>
              <a:t> Conclusion : montrer sa capacité à occuper un poste à hautes responsabilités : perspectives ?</a:t>
            </a:r>
          </a:p>
          <a:p>
            <a:endParaRPr lang="fr-FR" dirty="0"/>
          </a:p>
        </p:txBody>
      </p:sp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9CA76788-18E6-47F6-80B2-B308E45C17E6}"/>
              </a:ext>
            </a:extLst>
          </p:cNvPr>
          <p:cNvSpPr txBox="1">
            <a:spLocks/>
          </p:cNvSpPr>
          <p:nvPr/>
        </p:nvSpPr>
        <p:spPr>
          <a:xfrm>
            <a:off x="730250" y="1690688"/>
            <a:ext cx="7378769" cy="409575"/>
          </a:xfrm>
          <a:prstGeom prst="rect">
            <a:avLst/>
          </a:prstGeom>
          <a:solidFill>
            <a:srgbClr val="042956"/>
          </a:solidFill>
        </p:spPr>
        <p:txBody>
          <a:bodyPr vert="horz" wrap="none" lIns="46800" tIns="45720" rIns="46800" bIns="45720" rtlCol="0" anchor="ctr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SzPct val="80000"/>
              <a:buFont typeface="FontAwesome" pitchFamily="2" charset="0"/>
              <a:buNone/>
              <a:tabLst/>
              <a:defRPr sz="2400" b="0">
                <a:solidFill>
                  <a:schemeClr val="bg1"/>
                </a:solidFill>
                <a:ea typeface="Microsoft YaHei UI" panose="020B0503020204020204" pitchFamily="34" charset="-122"/>
              </a:defRPr>
            </a:lvl1pPr>
            <a:lvl2pPr indent="-457200">
              <a:lnSpc>
                <a:spcPct val="9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800" b="0">
                <a:solidFill>
                  <a:srgbClr val="042956"/>
                </a:solidFill>
              </a:defRPr>
            </a:lvl2pPr>
            <a:lvl3pPr marL="698500" indent="-342900">
              <a:lnSpc>
                <a:spcPct val="90000"/>
              </a:lnSpc>
              <a:spcBef>
                <a:spcPts val="500"/>
              </a:spcBef>
              <a:buClr>
                <a:srgbClr val="374767"/>
              </a:buClr>
              <a:buSzPct val="80000"/>
              <a:buFont typeface="Calibri" panose="020F0502020204030204" pitchFamily="34" charset="0"/>
              <a:buChar char="˃"/>
              <a:defRPr sz="2400" b="0">
                <a:solidFill>
                  <a:srgbClr val="374767"/>
                </a:solidFill>
              </a:defRPr>
            </a:lvl3pPr>
            <a:lvl4pPr marL="1079500" indent="-342900" defTabSz="1160463">
              <a:lnSpc>
                <a:spcPct val="90000"/>
              </a:lnSpc>
              <a:spcBef>
                <a:spcPts val="500"/>
              </a:spcBef>
              <a:buClr>
                <a:srgbClr val="374767"/>
              </a:buClr>
              <a:buSzPct val="80000"/>
              <a:buFont typeface="Calibri" panose="020F0502020204030204" pitchFamily="34" charset="0"/>
              <a:buChar char="‐"/>
              <a:defRPr sz="2000" b="0">
                <a:solidFill>
                  <a:srgbClr val="374767"/>
                </a:solidFill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FontAwesome" pitchFamily="2" charset="0"/>
              <a:buChar char=""/>
              <a:defRPr sz="1000" b="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5100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/>
            </a:lvl8pPr>
            <a:lvl9pPr indent="0">
              <a:lnSpc>
                <a:spcPct val="90000"/>
              </a:lnSpc>
              <a:spcBef>
                <a:spcPts val="500"/>
              </a:spcBef>
              <a:buFontTx/>
              <a:buNone/>
              <a:defRPr sz="1400"/>
            </a:lvl9pPr>
          </a:lstStyle>
          <a:p>
            <a:pPr fontAlgn="base">
              <a:lnSpc>
                <a:spcPct val="80000"/>
              </a:lnSpc>
              <a:spcBef>
                <a:spcPts val="1800"/>
              </a:spcBef>
              <a:buSzPct val="110000"/>
            </a:pPr>
            <a:r>
              <a:rPr lang="fr-FR" altLang="fr-FR" dirty="0"/>
              <a:t>Pas de plan imposé, mais des impératifs : </a:t>
            </a:r>
          </a:p>
        </p:txBody>
      </p:sp>
    </p:spTree>
    <p:extLst>
      <p:ext uri="{BB962C8B-B14F-4D97-AF65-F5344CB8AC3E}">
        <p14:creationId xmlns:p14="http://schemas.microsoft.com/office/powerpoint/2010/main" val="39322510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7EF3DB-AF64-4F44-B3F3-140C88500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SUPPORT de PRESENTATION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37F92F7-1F0A-4DC8-B84A-96C71F9491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6287" y="2454965"/>
            <a:ext cx="10962861" cy="3389243"/>
          </a:xfrm>
        </p:spPr>
        <p:txBody>
          <a:bodyPr>
            <a:normAutofit/>
          </a:bodyPr>
          <a:lstStyle/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fr-FR" sz="2400" dirty="0">
                <a:solidFill>
                  <a:srgbClr val="374767"/>
                </a:solidFill>
                <a:latin typeface="+mj-lt"/>
                <a:ea typeface="Microsoft JhengHei UI Light" panose="020B0304030504040204" pitchFamily="34" charset="-120"/>
              </a:rPr>
              <a:t> Diaporama attrayant et dynamique</a:t>
            </a:r>
          </a:p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fr-FR" sz="2400" dirty="0">
                <a:solidFill>
                  <a:srgbClr val="374767"/>
                </a:solidFill>
                <a:latin typeface="+mj-lt"/>
                <a:ea typeface="Microsoft JhengHei UI Light" panose="020B0304030504040204" pitchFamily="34" charset="-120"/>
              </a:rPr>
              <a:t> Diapositives de 2 ou 3 lignes (idées)</a:t>
            </a:r>
          </a:p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fr-FR" sz="2400" dirty="0">
                <a:solidFill>
                  <a:srgbClr val="374767"/>
                </a:solidFill>
                <a:latin typeface="+mj-lt"/>
                <a:ea typeface="Microsoft JhengHei UI Light" panose="020B0304030504040204" pitchFamily="34" charset="-120"/>
              </a:rPr>
              <a:t> Pas de fautes !!!</a:t>
            </a:r>
          </a:p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fr-FR" sz="2400" dirty="0">
                <a:solidFill>
                  <a:srgbClr val="374767"/>
                </a:solidFill>
                <a:latin typeface="+mj-lt"/>
                <a:ea typeface="Microsoft JhengHei UI Light" panose="020B0304030504040204" pitchFamily="34" charset="-120"/>
              </a:rPr>
              <a:t> Pas de schémas ou tableaux illisibles</a:t>
            </a:r>
          </a:p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fr-FR" sz="2400" dirty="0">
                <a:solidFill>
                  <a:srgbClr val="374767"/>
                </a:solidFill>
                <a:latin typeface="+mj-lt"/>
                <a:ea typeface="Microsoft JhengHei UI Light" panose="020B0304030504040204" pitchFamily="34" charset="-120"/>
              </a:rPr>
              <a:t> Pas d’informations inutiles</a:t>
            </a:r>
          </a:p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fr-FR" sz="2400" dirty="0">
                <a:solidFill>
                  <a:srgbClr val="374767"/>
                </a:solidFill>
                <a:latin typeface="+mj-lt"/>
                <a:ea typeface="Microsoft JhengHei UI Light" panose="020B0304030504040204" pitchFamily="34" charset="-120"/>
              </a:rPr>
              <a:t> Pas d’animations si elles risquent de ne pas fonctionner</a:t>
            </a:r>
          </a:p>
          <a:p>
            <a:pPr marL="171450" indent="-171450" algn="just">
              <a:buFont typeface="Wingdings" panose="05000000000000000000" pitchFamily="2" charset="2"/>
              <a:buChar char="q"/>
            </a:pPr>
            <a:endParaRPr lang="fr-FR" dirty="0"/>
          </a:p>
        </p:txBody>
      </p:sp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9CA76788-18E6-47F6-80B2-B308E45C17E6}"/>
              </a:ext>
            </a:extLst>
          </p:cNvPr>
          <p:cNvSpPr txBox="1">
            <a:spLocks/>
          </p:cNvSpPr>
          <p:nvPr/>
        </p:nvSpPr>
        <p:spPr>
          <a:xfrm>
            <a:off x="730250" y="1690688"/>
            <a:ext cx="7378769" cy="409575"/>
          </a:xfrm>
          <a:prstGeom prst="rect">
            <a:avLst/>
          </a:prstGeom>
          <a:solidFill>
            <a:srgbClr val="042956"/>
          </a:solidFill>
        </p:spPr>
        <p:txBody>
          <a:bodyPr vert="horz" wrap="none" lIns="46800" tIns="45720" rIns="46800" bIns="45720" rtlCol="0" anchor="ctr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SzPct val="80000"/>
              <a:buFont typeface="FontAwesome" pitchFamily="2" charset="0"/>
              <a:buNone/>
              <a:tabLst/>
              <a:defRPr sz="2400" b="0">
                <a:solidFill>
                  <a:schemeClr val="bg1"/>
                </a:solidFill>
                <a:ea typeface="Microsoft YaHei UI" panose="020B0503020204020204" pitchFamily="34" charset="-122"/>
              </a:defRPr>
            </a:lvl1pPr>
            <a:lvl2pPr indent="-457200">
              <a:lnSpc>
                <a:spcPct val="9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800" b="0">
                <a:solidFill>
                  <a:srgbClr val="042956"/>
                </a:solidFill>
              </a:defRPr>
            </a:lvl2pPr>
            <a:lvl3pPr marL="698500" indent="-342900">
              <a:lnSpc>
                <a:spcPct val="90000"/>
              </a:lnSpc>
              <a:spcBef>
                <a:spcPts val="500"/>
              </a:spcBef>
              <a:buClr>
                <a:srgbClr val="374767"/>
              </a:buClr>
              <a:buSzPct val="80000"/>
              <a:buFont typeface="Calibri" panose="020F0502020204030204" pitchFamily="34" charset="0"/>
              <a:buChar char="˃"/>
              <a:defRPr sz="2400" b="0">
                <a:solidFill>
                  <a:srgbClr val="374767"/>
                </a:solidFill>
              </a:defRPr>
            </a:lvl3pPr>
            <a:lvl4pPr marL="1079500" indent="-342900" defTabSz="1160463">
              <a:lnSpc>
                <a:spcPct val="90000"/>
              </a:lnSpc>
              <a:spcBef>
                <a:spcPts val="500"/>
              </a:spcBef>
              <a:buClr>
                <a:srgbClr val="374767"/>
              </a:buClr>
              <a:buSzPct val="80000"/>
              <a:buFont typeface="Calibri" panose="020F0502020204030204" pitchFamily="34" charset="0"/>
              <a:buChar char="‐"/>
              <a:defRPr sz="2000" b="0">
                <a:solidFill>
                  <a:srgbClr val="374767"/>
                </a:solidFill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FontAwesome" pitchFamily="2" charset="0"/>
              <a:buChar char=""/>
              <a:defRPr sz="1000" b="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5100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/>
            </a:lvl8pPr>
            <a:lvl9pPr indent="0">
              <a:lnSpc>
                <a:spcPct val="90000"/>
              </a:lnSpc>
              <a:spcBef>
                <a:spcPts val="500"/>
              </a:spcBef>
              <a:buFontTx/>
              <a:buNone/>
              <a:defRPr sz="1400"/>
            </a:lvl9pPr>
          </a:lstStyle>
          <a:p>
            <a:pPr fontAlgn="base">
              <a:lnSpc>
                <a:spcPct val="80000"/>
              </a:lnSpc>
              <a:spcBef>
                <a:spcPts val="1800"/>
              </a:spcBef>
              <a:buSzPct val="110000"/>
            </a:pPr>
            <a:r>
              <a:rPr lang="fr-FR" altLang="fr-FR" dirty="0"/>
              <a:t>La forme : </a:t>
            </a:r>
          </a:p>
        </p:txBody>
      </p:sp>
    </p:spTree>
    <p:extLst>
      <p:ext uri="{BB962C8B-B14F-4D97-AF65-F5344CB8AC3E}">
        <p14:creationId xmlns:p14="http://schemas.microsoft.com/office/powerpoint/2010/main" val="4725182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5846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39EB1F-61DB-4215-916D-601A7B253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Les Conseils pour REUSSIR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9CA9EEE-3A6A-4521-BE3C-E73680F651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EXAMENS DE FIN D’ETUDES</a:t>
            </a:r>
          </a:p>
        </p:txBody>
      </p:sp>
    </p:spTree>
    <p:extLst>
      <p:ext uri="{BB962C8B-B14F-4D97-AF65-F5344CB8AC3E}">
        <p14:creationId xmlns:p14="http://schemas.microsoft.com/office/powerpoint/2010/main" val="3149972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2C4BD052-0410-4845-B04A-578E39D60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Les CONSEILS pour REUSSIR</a:t>
            </a:r>
            <a:br>
              <a:rPr lang="fr-FR" dirty="0"/>
            </a:br>
            <a:r>
              <a:rPr lang="fr-FR" b="1" dirty="0"/>
              <a:t>Vos</a:t>
            </a:r>
            <a:r>
              <a:rPr lang="fr-FR" dirty="0"/>
              <a:t> </a:t>
            </a:r>
            <a:r>
              <a:rPr lang="fr-FR" b="1" dirty="0"/>
              <a:t>Activités </a:t>
            </a:r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8912A0B-11A1-45A7-A6E6-AD7A2C7888F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 algn="just"/>
            <a:r>
              <a:rPr lang="fr-FR" sz="2400" dirty="0"/>
              <a:t>Mettre en valeur la réflexion et le travail, en s’appuyant sur le projet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8B809FC-492A-4872-A519-E2D82BECCEF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99666" y="3214940"/>
            <a:ext cx="5593205" cy="1564212"/>
          </a:xfrm>
        </p:spPr>
        <p:txBody>
          <a:bodyPr>
            <a:noAutofit/>
          </a:bodyPr>
          <a:lstStyle/>
          <a:p>
            <a:pPr algn="just"/>
            <a:r>
              <a:rPr lang="fr-FR" sz="2400" dirty="0"/>
              <a:t>Traiter les trois dimensions du métier : techniques, stratégiques et managériales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94B730EF-1AC8-4E12-8AD7-BEE3816D48E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pPr algn="just"/>
            <a:r>
              <a:rPr lang="fr-FR" sz="2400" dirty="0"/>
              <a:t>Montrez en quoi votre action a été originale, personnelle.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564821E4-DF24-40F0-9DCF-9FC2D2A8D1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2062" y="2594113"/>
            <a:ext cx="5068414" cy="267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4150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2C4BD052-0410-4845-B04A-578E39D60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Les CONSEILS pour REUSSIR</a:t>
            </a:r>
            <a:br>
              <a:rPr lang="fr-FR" dirty="0"/>
            </a:br>
            <a:r>
              <a:rPr lang="fr-FR" b="1" dirty="0"/>
              <a:t>Vos</a:t>
            </a:r>
            <a:r>
              <a:rPr lang="fr-FR" dirty="0"/>
              <a:t> </a:t>
            </a:r>
            <a:r>
              <a:rPr lang="fr-FR" b="1" dirty="0"/>
              <a:t>Activités </a:t>
            </a:r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8912A0B-11A1-45A7-A6E6-AD7A2C7888F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fr-FR" sz="2400" dirty="0"/>
              <a:t>Faites état de vos réussites.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8B809FC-492A-4872-A519-E2D82BECCEF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99666" y="3318983"/>
            <a:ext cx="5593205" cy="1188000"/>
          </a:xfrm>
        </p:spPr>
        <p:txBody>
          <a:bodyPr>
            <a:noAutofit/>
          </a:bodyPr>
          <a:lstStyle/>
          <a:p>
            <a:pPr algn="just"/>
            <a:r>
              <a:rPr lang="fr-FR" sz="2400" dirty="0"/>
              <a:t>Présentez vos difficultés et comment vous les avez contournées.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94B730EF-1AC8-4E12-8AD7-BEE3816D48E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pPr algn="just"/>
            <a:r>
              <a:rPr lang="fr-FR" sz="2400" dirty="0"/>
              <a:t>Mentionnez si votre travail a trouvé une application immédiate ou s’il va être utilisé plus tard. Pour quelles raisons ?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5AF8B9D-2ADA-44D7-AEFC-7DCA5FB9DE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1912" y="2395330"/>
            <a:ext cx="3289853" cy="3289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2739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2C4BD052-0410-4845-B04A-578E39D60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Les CONSEILS pour REUSSIR</a:t>
            </a:r>
            <a:br>
              <a:rPr lang="fr-FR" dirty="0"/>
            </a:br>
            <a:r>
              <a:rPr lang="fr-FR" b="1" dirty="0"/>
              <a:t>Votre présentation orale</a:t>
            </a:r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8912A0B-11A1-45A7-A6E6-AD7A2C7888F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fr-FR" sz="2400" dirty="0"/>
              <a:t>Allez à l’essentiel – Ne vous éparpillez pas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8B809FC-492A-4872-A519-E2D82BECCEF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99666" y="3318983"/>
            <a:ext cx="5593205" cy="1188000"/>
          </a:xfrm>
        </p:spPr>
        <p:txBody>
          <a:bodyPr>
            <a:noAutofit/>
          </a:bodyPr>
          <a:lstStyle/>
          <a:p>
            <a:r>
              <a:rPr lang="fr-FR" sz="2400" dirty="0"/>
              <a:t>Vous n’êtes pas là pour vendre le projet mais VOUS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94B730EF-1AC8-4E12-8AD7-BEE3816D48E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fr-FR" sz="2400" dirty="0"/>
              <a:t>Faîtes preuve d’une ambition professionnelle en lien avec un niveau de qualification Bac+5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039B4AF-5AED-4D52-97BF-2BD489DCB9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8209" y="2246243"/>
            <a:ext cx="4039351" cy="3126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3167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2C4BD052-0410-4845-B04A-578E39D60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Les CONSEILS pour REUSSIR</a:t>
            </a:r>
            <a:br>
              <a:rPr lang="fr-FR" dirty="0"/>
            </a:br>
            <a:r>
              <a:rPr lang="fr-FR" b="1" dirty="0"/>
              <a:t>Une attitude professionnelle</a:t>
            </a:r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8912A0B-11A1-45A7-A6E6-AD7A2C7888F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fr-FR" sz="2400" dirty="0"/>
              <a:t>Avoir une tenue adaptée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8B809FC-492A-4872-A519-E2D82BECCEF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99666" y="3318983"/>
            <a:ext cx="5593205" cy="1188000"/>
          </a:xfrm>
        </p:spPr>
        <p:txBody>
          <a:bodyPr>
            <a:noAutofit/>
          </a:bodyPr>
          <a:lstStyle/>
          <a:p>
            <a:r>
              <a:rPr lang="fr-FR" sz="2400" dirty="0"/>
              <a:t>Utiliser un vocabulaire adapté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94B730EF-1AC8-4E12-8AD7-BEE3816D48E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fr-FR" sz="2400" dirty="0"/>
              <a:t>Gérer le temps de présentation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039B4AF-5AED-4D52-97BF-2BD489DCB9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8209" y="2246243"/>
            <a:ext cx="4039351" cy="3126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0781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2C4BD052-0410-4845-B04A-578E39D60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Les CONSEILS pour REUSSIR</a:t>
            </a:r>
            <a:br>
              <a:rPr lang="fr-FR" dirty="0"/>
            </a:br>
            <a:r>
              <a:rPr lang="fr-FR" b="1" dirty="0"/>
              <a:t>Une attitude professionnelle</a:t>
            </a:r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8912A0B-11A1-45A7-A6E6-AD7A2C7888F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fr-FR" sz="2400" dirty="0"/>
              <a:t>Montrer de l’intérêt pour les personnes qui vont écouter vos propos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8B809FC-492A-4872-A519-E2D82BECCEF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99666" y="3318983"/>
            <a:ext cx="5593205" cy="1188000"/>
          </a:xfrm>
        </p:spPr>
        <p:txBody>
          <a:bodyPr>
            <a:noAutofit/>
          </a:bodyPr>
          <a:lstStyle/>
          <a:p>
            <a:r>
              <a:rPr lang="fr-FR" sz="2400" dirty="0"/>
              <a:t>Structurer le discours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94B730EF-1AC8-4E12-8AD7-BEE3816D48E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fr-FR" sz="2400" dirty="0"/>
              <a:t>Maîtriser le débit de parole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72DA82EB-393A-4CCC-BECF-706C55DE2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2071" y="3046814"/>
            <a:ext cx="3619045" cy="2408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1761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03621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39EB1F-61DB-4215-916D-601A7B253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291" y="2383112"/>
            <a:ext cx="11401065" cy="1247462"/>
          </a:xfrm>
        </p:spPr>
        <p:txBody>
          <a:bodyPr>
            <a:normAutofit fontScale="90000"/>
          </a:bodyPr>
          <a:lstStyle/>
          <a:p>
            <a:r>
              <a:rPr lang="fr-FR" dirty="0"/>
              <a:t>La PREPARATION de la SOUTENANCE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9CA9EEE-3A6A-4521-BE3C-E73680F651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EXAMENS DE FIN D’ETUDES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867961C1-246D-4AA4-BB9D-064E8C016B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9649" y="3299050"/>
            <a:ext cx="4785059" cy="283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3379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356091-6F7D-4EBD-8982-0AC095386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La PREPARATION de la SOUTENANCE</a:t>
            </a:r>
            <a:br>
              <a:rPr lang="fr-FR" dirty="0"/>
            </a:br>
            <a:r>
              <a:rPr lang="fr-FR" b="1" dirty="0"/>
              <a:t>Se vendre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4B4D5EE-91CE-42AB-AFCC-A2F5DEEBC1B5}"/>
              </a:ext>
            </a:extLst>
          </p:cNvPr>
          <p:cNvSpPr txBox="1">
            <a:spLocks noGrp="1"/>
          </p:cNvSpPr>
          <p:nvPr>
            <p:ph type="body" sz="quarter" idx="10"/>
          </p:nvPr>
        </p:nvSpPr>
        <p:spPr>
          <a:xfrm>
            <a:off x="720311" y="1908342"/>
            <a:ext cx="10426700" cy="3520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400" dirty="0">
                <a:solidFill>
                  <a:srgbClr val="374767"/>
                </a:solidFill>
                <a:ea typeface="Microsoft JhengHei UI Light" panose="020B0304030504040204" pitchFamily="34" charset="-120"/>
              </a:rPr>
              <a:t>Se montrer autonome, perspicace, constructif, compétent</a:t>
            </a:r>
            <a:br>
              <a:rPr lang="fr-FR" sz="2400" dirty="0">
                <a:solidFill>
                  <a:srgbClr val="374767"/>
                </a:solidFill>
                <a:ea typeface="Microsoft JhengHei UI Light" panose="020B0304030504040204" pitchFamily="34" charset="-120"/>
              </a:rPr>
            </a:br>
            <a:r>
              <a:rPr lang="fr-FR" sz="2400" dirty="0">
                <a:solidFill>
                  <a:srgbClr val="374767"/>
                </a:solidFill>
                <a:ea typeface="Microsoft JhengHei UI Light" panose="020B0304030504040204" pitchFamily="34" charset="-120"/>
              </a:rPr>
              <a:t>Apporter des éléments concrets, des résultats mesurables, des faits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400" dirty="0">
                <a:solidFill>
                  <a:srgbClr val="374767"/>
                </a:solidFill>
                <a:ea typeface="Microsoft JhengHei UI Light" panose="020B0304030504040204" pitchFamily="34" charset="-120"/>
              </a:rPr>
              <a:t>Argumenter sur les actions particulièrement positives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400" dirty="0">
                <a:solidFill>
                  <a:srgbClr val="374767"/>
                </a:solidFill>
                <a:ea typeface="Microsoft JhengHei UI Light" panose="020B0304030504040204" pitchFamily="34" charset="-120"/>
              </a:rPr>
              <a:t>Se servir de ses échecs en entreprise pour démontrer sa capacité d’analyse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r-FR" sz="2400" dirty="0">
                <a:solidFill>
                  <a:srgbClr val="374767"/>
                </a:solidFill>
                <a:ea typeface="Microsoft JhengHei UI Light" panose="020B0304030504040204" pitchFamily="34" charset="-120"/>
              </a:rPr>
              <a:t>Que pouvez-vous apporter à une entreprise ?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r-FR" sz="2400" dirty="0">
                <a:solidFill>
                  <a:srgbClr val="374767"/>
                </a:solidFill>
                <a:ea typeface="Microsoft JhengHei UI Light" panose="020B0304030504040204" pitchFamily="34" charset="-120"/>
              </a:rPr>
              <a:t>Quelles sont vos spécificités ? vos domaines de prédilection ? 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r-FR" sz="2400" dirty="0">
                <a:solidFill>
                  <a:srgbClr val="374767"/>
                </a:solidFill>
                <a:ea typeface="Microsoft JhengHei UI Light" panose="020B0304030504040204" pitchFamily="34" charset="-120"/>
              </a:rPr>
              <a:t>Mettre en valeur son investissement en formation pour prouver sa motivation </a:t>
            </a:r>
          </a:p>
          <a:p>
            <a:pPr algn="just"/>
            <a:endParaRPr lang="fr-FR" sz="2400" dirty="0">
              <a:solidFill>
                <a:srgbClr val="374767"/>
              </a:solidFill>
              <a:ea typeface="Microsoft JhengHei UI Light" panose="020B0304030504040204" pitchFamily="34" charset="-12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37CB6C3-9D7C-43DA-BE2C-C6DEF1FE5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8675" y="5113514"/>
            <a:ext cx="7114649" cy="1066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9810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356091-6F7D-4EBD-8982-0AC095386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La PREPARATION de la SOUTENANCE</a:t>
            </a:r>
            <a:br>
              <a:rPr lang="fr-FR" dirty="0"/>
            </a:br>
            <a:r>
              <a:rPr lang="fr-FR" b="1" dirty="0"/>
              <a:t>Etablir un bilan de son parcours</a:t>
            </a:r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4B4D5EE-91CE-42AB-AFCC-A2F5DEEBC1B5}"/>
              </a:ext>
            </a:extLst>
          </p:cNvPr>
          <p:cNvSpPr txBox="1">
            <a:spLocks noGrp="1"/>
          </p:cNvSpPr>
          <p:nvPr>
            <p:ph type="body" sz="quarter" idx="10"/>
          </p:nvPr>
        </p:nvSpPr>
        <p:spPr>
          <a:xfrm>
            <a:off x="720311" y="1908342"/>
            <a:ext cx="10426700" cy="1678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r-FR" sz="2400" dirty="0">
                <a:solidFill>
                  <a:srgbClr val="374767"/>
                </a:solidFill>
                <a:ea typeface="Microsoft JhengHei UI Light" panose="020B0304030504040204" pitchFamily="34" charset="-120"/>
              </a:rPr>
              <a:t>Prendre du recul par rapport aux événements vécus, aux personnes côtoyées, à ses impressions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r-FR" sz="2400" dirty="0">
                <a:solidFill>
                  <a:srgbClr val="374767"/>
                </a:solidFill>
                <a:ea typeface="Microsoft JhengHei UI Light" panose="020B0304030504040204" pitchFamily="34" charset="-120"/>
              </a:rPr>
              <a:t>Valoriser les compétences acquises dans l’ensemble des dimensions du métier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r-FR" sz="2400" dirty="0">
                <a:solidFill>
                  <a:srgbClr val="374767"/>
                </a:solidFill>
                <a:ea typeface="Microsoft JhengHei UI Light" panose="020B0304030504040204" pitchFamily="34" charset="-120"/>
              </a:rPr>
              <a:t>Faire le lien entre objectifs et réalisations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68F19A2-2EF0-47C7-A231-2284EE230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8675" y="4833684"/>
            <a:ext cx="7114649" cy="1066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4782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71037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39EB1F-61DB-4215-916D-601A7B253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Les PIEGES à éviter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9CA9EEE-3A6A-4521-BE3C-E73680F651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EXAMENS DE FIN D’ETUDES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D465380C-C089-4258-8605-45E306BA55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9229" y="2906516"/>
            <a:ext cx="2191056" cy="281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7695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0D7143-E625-4FA1-BB67-A699662BF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230" y="347791"/>
            <a:ext cx="9758570" cy="1325563"/>
          </a:xfrm>
        </p:spPr>
        <p:txBody>
          <a:bodyPr/>
          <a:lstStyle/>
          <a:p>
            <a:r>
              <a:rPr lang="fr-FR" dirty="0"/>
              <a:t>Les PIEGES à éviter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F99F36D-B2D7-4E51-A34C-CFA468CC0FE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98762" y="1542533"/>
            <a:ext cx="3807515" cy="409575"/>
          </a:xfrm>
        </p:spPr>
        <p:txBody>
          <a:bodyPr/>
          <a:lstStyle/>
          <a:p>
            <a:r>
              <a:rPr lang="fr-FR" dirty="0"/>
              <a:t>Ignorer les consignes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26C6F9B-6840-4A18-AD26-7C4DBDF4DC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05621" y="1542533"/>
            <a:ext cx="3667125" cy="742951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fr-FR" dirty="0"/>
              <a:t>Faire de mauvais choix </a:t>
            </a:r>
          </a:p>
          <a:p>
            <a:pPr>
              <a:spcBef>
                <a:spcPts val="600"/>
              </a:spcBef>
            </a:pPr>
            <a:r>
              <a:rPr lang="fr-FR" dirty="0"/>
              <a:t>de contenu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ED3FFAB-AC59-4F58-B986-9324FF54F1F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05622" y="5147155"/>
            <a:ext cx="3667125" cy="409575"/>
          </a:xfrm>
        </p:spPr>
        <p:txBody>
          <a:bodyPr/>
          <a:lstStyle/>
          <a:p>
            <a:r>
              <a:rPr lang="fr-FR" dirty="0"/>
              <a:t>Ne pas se préparer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2FF14235-1733-48B8-A130-7110DEDD7BE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98762" y="3268554"/>
            <a:ext cx="3807516" cy="757166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fr-FR" dirty="0"/>
              <a:t>Ne pas démontrer des </a:t>
            </a:r>
          </a:p>
          <a:p>
            <a:pPr>
              <a:spcBef>
                <a:spcPts val="600"/>
              </a:spcBef>
            </a:pPr>
            <a:r>
              <a:rPr lang="fr-FR" dirty="0"/>
              <a:t>compétences professionnelles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649E43B3-8D2A-446C-B67B-F7953B6DCD7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98763" y="2101056"/>
            <a:ext cx="3807515" cy="121468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1700" dirty="0"/>
              <a:t>Contenu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1700" dirty="0"/>
              <a:t>Attitude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1700" dirty="0"/>
              <a:t>Gestion du temps</a:t>
            </a:r>
          </a:p>
          <a:p>
            <a:endParaRPr lang="fr-FR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AF712A8E-ACFB-47F5-9D27-ADD6FB48168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05624" y="2428006"/>
            <a:ext cx="3587613" cy="2438262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fr-FR" sz="1800" dirty="0"/>
              <a:t>Faire un cours magistral (sur une technologie, un projet, un style de gestion de projet, etc.) </a:t>
            </a: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fr-FR" sz="1800" dirty="0"/>
              <a:t>Décrire le projet dans les moindres détails</a:t>
            </a: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fr-FR" sz="1800" dirty="0"/>
              <a:t>Passer plus de temps à parler de l’entreprise que du projet ou de ce que vous y avez fait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C2E36945-6F78-4282-AE96-ED0F6245968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698762" y="4192998"/>
            <a:ext cx="3807515" cy="1908313"/>
          </a:xfrm>
        </p:spPr>
        <p:txBody>
          <a:bodyPr>
            <a:normAutofit fontScale="85000" lnSpcReduction="10000"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dirty="0"/>
              <a:t>Expliquer que le stage n’a pas permis de prendre des responsabilités et des initiatives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dirty="0"/>
              <a:t>Ne fournir aucune indication sur ses perspectives de carrière et aucune garantie sur la transposition des compétences à d’autres situations professionnelles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403282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5B6052E3-986E-425D-BDC7-A25BD0BA7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PIEGES à éviter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8B9BD3D-D27A-4F94-BC26-12D4A28059E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 dirty="0"/>
              <a:t>Donner des informations confidentielles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59702F6-7F7D-4CA4-8C70-D01705C4E11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fr-FR" dirty="0"/>
              <a:t>Ne pas faire ressortir ce que VOUS avez fait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8859B91F-A9AB-46FE-87E5-3214F9EA3F0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fr-FR" dirty="0"/>
              <a:t>Faire une présentation commerciale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83CC6CAD-262D-4F37-A6E3-CAB816F51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9051" y="2249230"/>
            <a:ext cx="3717235" cy="3717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1869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21953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39EB1F-61DB-4215-916D-601A7B253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291" y="2383112"/>
            <a:ext cx="10118917" cy="1247462"/>
          </a:xfrm>
        </p:spPr>
        <p:txBody>
          <a:bodyPr>
            <a:normAutofit fontScale="90000"/>
          </a:bodyPr>
          <a:lstStyle/>
          <a:p>
            <a:r>
              <a:rPr lang="fr-FR" dirty="0"/>
              <a:t>L’EVALUATION / La VALIDATION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9CA9EEE-3A6A-4521-BE3C-E73680F651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EXAMENS DE FIN D’ETUDES</a:t>
            </a:r>
          </a:p>
        </p:txBody>
      </p:sp>
      <p:pic>
        <p:nvPicPr>
          <p:cNvPr id="6" name="Espace réservé pour une image  5">
            <a:extLst>
              <a:ext uri="{FF2B5EF4-FFF2-40B4-BE49-F238E27FC236}">
                <a16:creationId xmlns:a16="http://schemas.microsoft.com/office/drawing/2014/main" id="{CB1DDC49-3C3D-428A-8473-B80840089D2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34" r="413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3251940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356091-6F7D-4EBD-8982-0AC095386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L’EVALUATION / La VALIDATION</a:t>
            </a:r>
            <a:br>
              <a:rPr lang="fr-FR" dirty="0"/>
            </a:br>
            <a:r>
              <a:rPr lang="fr-FR" b="1" dirty="0"/>
              <a:t>Rappel : Modalités d’inscription à la session</a:t>
            </a:r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4B4D5EE-91CE-42AB-AFCC-A2F5DEEBC1B5}"/>
              </a:ext>
            </a:extLst>
          </p:cNvPr>
          <p:cNvSpPr txBox="1">
            <a:spLocks noGrp="1"/>
          </p:cNvSpPr>
          <p:nvPr>
            <p:ph type="body" sz="quarter" idx="10"/>
          </p:nvPr>
        </p:nvSpPr>
        <p:spPr>
          <a:xfrm>
            <a:off x="739976" y="2134484"/>
            <a:ext cx="10426700" cy="3188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400" b="1" dirty="0">
                <a:solidFill>
                  <a:srgbClr val="374767"/>
                </a:solidFill>
                <a:ea typeface="Microsoft JhengHei UI Light" panose="020B0304030504040204" pitchFamily="34" charset="-120"/>
              </a:rPr>
              <a:t>Cf Guide « Inscription et rendu »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fr-FR" sz="1200" dirty="0">
              <a:solidFill>
                <a:srgbClr val="374767"/>
              </a:solidFill>
              <a:ea typeface="Microsoft JhengHei UI Light" panose="020B0304030504040204" pitchFamily="34" charset="-12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400" dirty="0">
                <a:solidFill>
                  <a:srgbClr val="374767"/>
                </a:solidFill>
                <a:ea typeface="Microsoft JhengHei UI Light" panose="020B0304030504040204" pitchFamily="34" charset="-120"/>
              </a:rPr>
              <a:t>S’inscrire à la session : </a:t>
            </a:r>
            <a:r>
              <a:rPr lang="fr-FR" sz="2400" strike="sngStrike" dirty="0">
                <a:ea typeface="Microsoft JhengHei UI Light" panose="020B0304030504040204" pitchFamily="34" charset="-120"/>
              </a:rPr>
              <a:t>entre le 9 et le 29 août </a:t>
            </a:r>
            <a:r>
              <a:rPr lang="fr-FR" sz="2400" dirty="0">
                <a:solidFill>
                  <a:srgbClr val="374767"/>
                </a:solidFill>
                <a:ea typeface="Microsoft JhengHei UI Light" panose="020B0304030504040204" pitchFamily="34" charset="-120"/>
              </a:rPr>
              <a:t>2020, en choisissant le campus.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fr-FR" sz="1200" dirty="0">
              <a:solidFill>
                <a:srgbClr val="374767"/>
              </a:solidFill>
              <a:ea typeface="Microsoft JhengHei UI Light" panose="020B0304030504040204" pitchFamily="34" charset="-12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400" strike="sngStrike" dirty="0">
                <a:solidFill>
                  <a:srgbClr val="374767"/>
                </a:solidFill>
                <a:ea typeface="Microsoft JhengHei UI Light" panose="020B0304030504040204" pitchFamily="34" charset="-120"/>
              </a:rPr>
              <a:t>Vous devrez ensuite suivre votre statut sur THESIS : </a:t>
            </a:r>
            <a:r>
              <a:rPr lang="fr-FR" sz="2400" strike="sngStrike" dirty="0">
                <a:hlinkClick r:id="rId2"/>
              </a:rPr>
              <a:t>http://thesis.sad.supinfo.com</a:t>
            </a:r>
            <a:r>
              <a:rPr lang="fr-FR" sz="2400" strike="sngStrike" dirty="0"/>
              <a:t> 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400" dirty="0"/>
              <a:t>Inscription sur Canvas : </a:t>
            </a:r>
          </a:p>
          <a:p>
            <a:endParaRPr lang="fr-FR" sz="24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569A158-D05E-4687-9469-B4B22BE182D6}"/>
              </a:ext>
            </a:extLst>
          </p:cNvPr>
          <p:cNvSpPr txBox="1"/>
          <p:nvPr/>
        </p:nvSpPr>
        <p:spPr>
          <a:xfrm>
            <a:off x="10019071" y="365125"/>
            <a:ext cx="1622323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Diapo à revoir</a:t>
            </a:r>
          </a:p>
        </p:txBody>
      </p:sp>
    </p:spTree>
    <p:extLst>
      <p:ext uri="{BB962C8B-B14F-4D97-AF65-F5344CB8AC3E}">
        <p14:creationId xmlns:p14="http://schemas.microsoft.com/office/powerpoint/2010/main" val="31855425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356091-6F7D-4EBD-8982-0AC095386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L’EVALUATION / La VALIDATION</a:t>
            </a:r>
            <a:br>
              <a:rPr lang="fr-FR" dirty="0"/>
            </a:br>
            <a:r>
              <a:rPr lang="fr-FR" b="1" dirty="0"/>
              <a:t>Les Modalités de remise du mémoire</a:t>
            </a:r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4B4D5EE-91CE-42AB-AFCC-A2F5DEEBC1B5}"/>
              </a:ext>
            </a:extLst>
          </p:cNvPr>
          <p:cNvSpPr txBox="1">
            <a:spLocks noGrp="1"/>
          </p:cNvSpPr>
          <p:nvPr>
            <p:ph type="body" sz="quarter" idx="10"/>
          </p:nvPr>
        </p:nvSpPr>
        <p:spPr>
          <a:xfrm>
            <a:off x="882650" y="2442576"/>
            <a:ext cx="10426700" cy="3280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400" dirty="0">
                <a:solidFill>
                  <a:srgbClr val="374767"/>
                </a:solidFill>
                <a:ea typeface="Microsoft JhengHei UI Light" panose="020B0304030504040204" pitchFamily="34" charset="-120"/>
              </a:rPr>
              <a:t>Le mémoire doit être remis au format </a:t>
            </a:r>
            <a:r>
              <a:rPr lang="fr-FR" sz="2400" b="1" dirty="0">
                <a:solidFill>
                  <a:srgbClr val="374767"/>
                </a:solidFill>
                <a:ea typeface="Microsoft JhengHei UI Light" panose="020B0304030504040204" pitchFamily="34" charset="-120"/>
              </a:rPr>
              <a:t>PDF </a:t>
            </a:r>
          </a:p>
          <a:p>
            <a:pPr marL="354013"/>
            <a:r>
              <a:rPr lang="fr-FR" sz="2400" dirty="0">
                <a:solidFill>
                  <a:srgbClr val="374767"/>
                </a:solidFill>
                <a:ea typeface="Microsoft JhengHei UI Light" panose="020B0304030504040204" pitchFamily="34" charset="-120"/>
              </a:rPr>
              <a:t>(au plus tard le 20 septembre 2020 à 23h59)</a:t>
            </a:r>
          </a:p>
          <a:p>
            <a:endParaRPr lang="fr-FR" sz="1200" dirty="0">
              <a:solidFill>
                <a:srgbClr val="374767"/>
              </a:solidFill>
              <a:ea typeface="Microsoft JhengHei UI Light" panose="020B0304030504040204" pitchFamily="34" charset="-12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400" dirty="0">
                <a:solidFill>
                  <a:srgbClr val="374767"/>
                </a:solidFill>
                <a:ea typeface="Microsoft JhengHei UI Light" panose="020B0304030504040204" pitchFamily="34" charset="-120"/>
              </a:rPr>
              <a:t>Conseil de nommage du fichier : </a:t>
            </a:r>
          </a:p>
          <a:p>
            <a:pPr marL="354013" lvl="1" indent="0">
              <a:buNone/>
            </a:pPr>
            <a:r>
              <a:rPr lang="fr-FR" sz="2400" dirty="0">
                <a:solidFill>
                  <a:srgbClr val="374767"/>
                </a:solidFill>
                <a:ea typeface="Microsoft JhengHei UI Light" panose="020B0304030504040204" pitchFamily="34" charset="-120"/>
              </a:rPr>
              <a:t>NOM Prénom_ID_5MDD_Nantes</a:t>
            </a:r>
          </a:p>
          <a:p>
            <a:endParaRPr lang="fr-FR" sz="1200" dirty="0"/>
          </a:p>
          <a:p>
            <a:pPr algn="ctr"/>
            <a:r>
              <a:rPr lang="fr-FR" sz="2400" dirty="0">
                <a:solidFill>
                  <a:srgbClr val="C00000"/>
                </a:solidFill>
                <a:sym typeface="Symbol" panose="05050102010706020507" pitchFamily="18" charset="2"/>
              </a:rPr>
              <a:t> </a:t>
            </a:r>
            <a:r>
              <a:rPr lang="fr-FR" sz="2400" dirty="0">
                <a:solidFill>
                  <a:srgbClr val="C00000"/>
                </a:solidFill>
              </a:rPr>
              <a:t>Ne pas attendre le dernier moment pour rendre le mémoire !</a:t>
            </a:r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227851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356091-6F7D-4EBD-8982-0AC095386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L’EVALUATION / La VALIDATION</a:t>
            </a:r>
            <a:br>
              <a:rPr lang="fr-FR" dirty="0"/>
            </a:br>
            <a:r>
              <a:rPr lang="fr-FR" b="1" dirty="0"/>
              <a:t>Les évolutions depuis </a:t>
            </a:r>
            <a:r>
              <a:rPr lang="fr-FR" b="1" dirty="0" err="1"/>
              <a:t>Fall</a:t>
            </a:r>
            <a:r>
              <a:rPr lang="fr-FR" b="1" dirty="0"/>
              <a:t> 2018</a:t>
            </a:r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4B4D5EE-91CE-42AB-AFCC-A2F5DEEBC1B5}"/>
              </a:ext>
            </a:extLst>
          </p:cNvPr>
          <p:cNvSpPr txBox="1">
            <a:spLocks noGrp="1"/>
          </p:cNvSpPr>
          <p:nvPr>
            <p:ph type="body" sz="quarter" idx="10"/>
          </p:nvPr>
        </p:nvSpPr>
        <p:spPr>
          <a:xfrm>
            <a:off x="720310" y="1919564"/>
            <a:ext cx="10633489" cy="3780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r-FR" sz="2400" dirty="0">
                <a:solidFill>
                  <a:srgbClr val="374767"/>
                </a:solidFill>
              </a:rPr>
              <a:t>Vous devrez </a:t>
            </a:r>
            <a:r>
              <a:rPr lang="fr-FR" sz="2400" b="1" dirty="0">
                <a:solidFill>
                  <a:srgbClr val="374767"/>
                </a:solidFill>
              </a:rPr>
              <a:t>cumuler les crédits ECTS nécessaires </a:t>
            </a:r>
            <a:r>
              <a:rPr lang="fr-FR" sz="2400" dirty="0">
                <a:solidFill>
                  <a:srgbClr val="374767"/>
                </a:solidFill>
              </a:rPr>
              <a:t>avant de pouvoir participer à une session d’examen de fin d’études. </a:t>
            </a:r>
          </a:p>
          <a:p>
            <a:pPr marL="357188" algn="just"/>
            <a:r>
              <a:rPr lang="fr-FR" sz="2400" dirty="0">
                <a:solidFill>
                  <a:srgbClr val="374767"/>
                </a:solidFill>
              </a:rPr>
              <a:t>Il faudra avoir 270 crédits ECTS pour soumettre un mémoire. (pour un étudiant arrivé en ASc1) mais 290 pour pouvoir être convoqué à la soutenance</a:t>
            </a:r>
          </a:p>
          <a:p>
            <a:pPr marL="357188" algn="just"/>
            <a:endParaRPr lang="fr-FR" sz="1400" dirty="0">
              <a:solidFill>
                <a:srgbClr val="374767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r-FR" sz="2400" dirty="0">
                <a:solidFill>
                  <a:srgbClr val="374767"/>
                </a:solidFill>
              </a:rPr>
              <a:t>un M.Sc.2 qui ne pourrait participer à </a:t>
            </a:r>
            <a:r>
              <a:rPr lang="fr-FR" sz="2400" dirty="0" err="1">
                <a:solidFill>
                  <a:srgbClr val="374767"/>
                </a:solidFill>
              </a:rPr>
              <a:t>Fall</a:t>
            </a:r>
            <a:r>
              <a:rPr lang="fr-FR" sz="2400" dirty="0">
                <a:solidFill>
                  <a:srgbClr val="374767"/>
                </a:solidFill>
              </a:rPr>
              <a:t> 2019 faute d’avoir atteint le seuil nécessaire pourra participer à une session ultérieure. 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fr-FR" sz="1400" dirty="0">
              <a:solidFill>
                <a:srgbClr val="374767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fr-FR" sz="2400" dirty="0">
                <a:solidFill>
                  <a:srgbClr val="FF0000"/>
                </a:solidFill>
              </a:rPr>
              <a:t>L’étudiant pourra être déclaré diplômé après la tenue de la commission de diplomation.</a:t>
            </a:r>
          </a:p>
        </p:txBody>
      </p:sp>
    </p:spTree>
    <p:extLst>
      <p:ext uri="{BB962C8B-B14F-4D97-AF65-F5344CB8AC3E}">
        <p14:creationId xmlns:p14="http://schemas.microsoft.com/office/powerpoint/2010/main" val="3755769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45372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ce réservé pour une image  7">
            <a:extLst>
              <a:ext uri="{FF2B5EF4-FFF2-40B4-BE49-F238E27FC236}">
                <a16:creationId xmlns:a16="http://schemas.microsoft.com/office/drawing/2014/main" id="{D127E7A2-886E-47F5-8852-C39C8004365B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77" r="24177"/>
          <a:stretch>
            <a:fillRect/>
          </a:stretch>
        </p:blipFill>
        <p:spPr>
          <a:xfrm>
            <a:off x="8348869" y="2643860"/>
            <a:ext cx="2822368" cy="3237684"/>
          </a:xfrm>
        </p:spPr>
      </p:pic>
      <p:sp>
        <p:nvSpPr>
          <p:cNvPr id="3" name="Titre 2">
            <a:extLst>
              <a:ext uri="{FF2B5EF4-FFF2-40B4-BE49-F238E27FC236}">
                <a16:creationId xmlns:a16="http://schemas.microsoft.com/office/drawing/2014/main" id="{332DE598-485B-41CE-BF98-7E68A4CAB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L’EVALUATION / La VALIDATION</a:t>
            </a:r>
            <a:br>
              <a:rPr lang="fr-FR" dirty="0"/>
            </a:br>
            <a:r>
              <a:rPr lang="fr-FR" b="1" dirty="0"/>
              <a:t>Les critères d’évaluation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D8501DD-EFA9-4196-9F42-01995AE81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 dirty="0"/>
              <a:t>obtenir la moyenne au mémoire pour pouvoir soutenir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8F33C22-CE40-4BB9-A2C2-6632440530A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fr-FR" dirty="0"/>
              <a:t>obtenir la moyenne à la soutenance pour valider 5MDD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1FA1517F-A3F4-4986-B12C-D72BEBD791B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fr-FR" dirty="0"/>
              <a:t>La note finale est la moyenne des 2 notes : mémoire + soutenance</a:t>
            </a:r>
          </a:p>
        </p:txBody>
      </p:sp>
    </p:spTree>
    <p:extLst>
      <p:ext uri="{BB962C8B-B14F-4D97-AF65-F5344CB8AC3E}">
        <p14:creationId xmlns:p14="http://schemas.microsoft.com/office/powerpoint/2010/main" val="40879910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F7D54C-4919-4633-A926-0F2BB525F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4300" dirty="0"/>
              <a:t>L’EVALUATION / La VALIDATION</a:t>
            </a:r>
            <a:br>
              <a:rPr lang="fr-FR" sz="4300" dirty="0"/>
            </a:br>
            <a:r>
              <a:rPr lang="fr-FR" sz="4300" b="1" dirty="0"/>
              <a:t>Les critères d’évaluation</a:t>
            </a:r>
            <a:endParaRPr lang="fr-FR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CB454DD-5BB0-493F-8410-7EA1C1C6842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81603" y="3374900"/>
            <a:ext cx="3667125" cy="409575"/>
          </a:xfrm>
        </p:spPr>
        <p:txBody>
          <a:bodyPr/>
          <a:lstStyle/>
          <a:p>
            <a:r>
              <a:rPr lang="fr-FR" dirty="0"/>
              <a:t>Soutenance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78A0BC29-D718-417B-B89E-6A30A072638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43272" y="3374901"/>
            <a:ext cx="3667125" cy="409575"/>
          </a:xfrm>
        </p:spPr>
        <p:txBody>
          <a:bodyPr/>
          <a:lstStyle/>
          <a:p>
            <a:r>
              <a:rPr lang="fr-FR" dirty="0"/>
              <a:t>Mémoire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3943DFFB-A567-4D23-B2C6-6220CB64FF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43272" y="1798981"/>
            <a:ext cx="8953498" cy="1675329"/>
          </a:xfrm>
        </p:spPr>
        <p:txBody>
          <a:bodyPr>
            <a:normAutofit/>
          </a:bodyPr>
          <a:lstStyle/>
          <a:p>
            <a:r>
              <a:rPr lang="fr-FR" sz="2400" dirty="0"/>
              <a:t>Le mémoire et la soutenance sont complémentaires. Ce sont 2 exercices différents qui mesurent les mêmes compétences (techniques, stratégiques, managériales).</a:t>
            </a:r>
          </a:p>
          <a:p>
            <a:endParaRPr lang="fr-FR" dirty="0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4C1ACF4D-8E58-499C-AAD7-5B8414E889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643272" y="3954832"/>
            <a:ext cx="3667125" cy="1435100"/>
          </a:xfrm>
        </p:spPr>
        <p:txBody>
          <a:bodyPr/>
          <a:lstStyle/>
          <a:p>
            <a:r>
              <a:rPr lang="fr-FR" dirty="0"/>
              <a:t>Capacité à écrire dans un langage correct et adapté, à organiser un document.</a:t>
            </a:r>
          </a:p>
          <a:p>
            <a:endParaRPr lang="fr-FR" dirty="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79BF164F-ECF1-4409-96DA-C6845295A28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881603" y="3954832"/>
            <a:ext cx="3667125" cy="1809864"/>
          </a:xfrm>
        </p:spPr>
        <p:txBody>
          <a:bodyPr>
            <a:normAutofit/>
          </a:bodyPr>
          <a:lstStyle/>
          <a:p>
            <a:r>
              <a:rPr lang="fr-FR" dirty="0"/>
              <a:t>Capacité à s’exprimer oralement, à répondre spontanément, et avec précision, aux membres du jury, à intégrer éventuellement un point de vue contradictoire à son raisonnement.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484083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356091-6F7D-4EBD-8982-0AC095386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L’EVALUATION / La VALIDATION</a:t>
            </a:r>
            <a:br>
              <a:rPr lang="fr-FR" dirty="0"/>
            </a:br>
            <a:r>
              <a:rPr lang="fr-FR" b="1" dirty="0"/>
              <a:t>Les critères d’évaluation</a:t>
            </a: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1ACD09D-7505-42DF-85FF-B989D90C1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582" y="2414534"/>
            <a:ext cx="8894835" cy="3340898"/>
          </a:xfrm>
          <a:prstGeom prst="rect">
            <a:avLst/>
          </a:prstGeom>
        </p:spPr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4B4D5EE-91CE-42AB-AFCC-A2F5DEEBC1B5}"/>
              </a:ext>
            </a:extLst>
          </p:cNvPr>
          <p:cNvSpPr txBox="1">
            <a:spLocks noGrp="1"/>
          </p:cNvSpPr>
          <p:nvPr>
            <p:ph type="body" sz="quarter" idx="10"/>
          </p:nvPr>
        </p:nvSpPr>
        <p:spPr>
          <a:xfrm>
            <a:off x="720310" y="1790355"/>
            <a:ext cx="11007863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374767"/>
                </a:solidFill>
              </a:rPr>
              <a:t>Le mémoire</a:t>
            </a:r>
          </a:p>
        </p:txBody>
      </p:sp>
    </p:spTree>
    <p:extLst>
      <p:ext uri="{BB962C8B-B14F-4D97-AF65-F5344CB8AC3E}">
        <p14:creationId xmlns:p14="http://schemas.microsoft.com/office/powerpoint/2010/main" val="25033241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356091-6F7D-4EBD-8982-0AC095386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L’EVALUATION / La VALIDATION</a:t>
            </a:r>
            <a:br>
              <a:rPr lang="fr-FR" dirty="0"/>
            </a:br>
            <a:r>
              <a:rPr lang="fr-FR" b="1" dirty="0"/>
              <a:t>Les critères d’évaluation</a:t>
            </a:r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4B4D5EE-91CE-42AB-AFCC-A2F5DEEBC1B5}"/>
              </a:ext>
            </a:extLst>
          </p:cNvPr>
          <p:cNvSpPr txBox="1">
            <a:spLocks noGrp="1"/>
          </p:cNvSpPr>
          <p:nvPr>
            <p:ph type="body" sz="quarter" idx="10"/>
          </p:nvPr>
        </p:nvSpPr>
        <p:spPr>
          <a:xfrm>
            <a:off x="720310" y="1790355"/>
            <a:ext cx="11007863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374767"/>
                </a:solidFill>
              </a:rPr>
              <a:t>La Soutenance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BB9B8F0-56D1-4FAB-907B-F8559F4DC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439" y="2314754"/>
            <a:ext cx="9797121" cy="340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934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356091-6F7D-4EBD-8982-0AC095386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L’EVALUATION / La VALIDATION</a:t>
            </a:r>
            <a:br>
              <a:rPr lang="fr-FR" dirty="0"/>
            </a:br>
            <a:r>
              <a:rPr lang="fr-FR" b="1" dirty="0"/>
              <a:t>Exemples de soutenances non validées</a:t>
            </a:r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4B4D5EE-91CE-42AB-AFCC-A2F5DEEBC1B5}"/>
              </a:ext>
            </a:extLst>
          </p:cNvPr>
          <p:cNvSpPr txBox="1">
            <a:spLocks noGrp="1"/>
          </p:cNvSpPr>
          <p:nvPr>
            <p:ph type="body" sz="quarter" idx="10"/>
          </p:nvPr>
        </p:nvSpPr>
        <p:spPr>
          <a:xfrm>
            <a:off x="740188" y="2138224"/>
            <a:ext cx="11007863" cy="313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400" dirty="0">
                <a:solidFill>
                  <a:srgbClr val="374767"/>
                </a:solidFill>
              </a:rPr>
              <a:t>Présentation commerciale du produit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400" dirty="0">
                <a:solidFill>
                  <a:srgbClr val="374767"/>
                </a:solidFill>
              </a:rPr>
              <a:t>Manque de préparation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400" dirty="0">
                <a:solidFill>
                  <a:srgbClr val="374767"/>
                </a:solidFill>
              </a:rPr>
              <a:t>Non respect du timing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400" dirty="0">
                <a:solidFill>
                  <a:srgbClr val="374767"/>
                </a:solidFill>
              </a:rPr>
              <a:t>Non respect des attendus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400" dirty="0">
                <a:solidFill>
                  <a:srgbClr val="374767"/>
                </a:solidFill>
              </a:rPr>
              <a:t>Manque de hauteur et de prise de recul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400" dirty="0">
                <a:solidFill>
                  <a:srgbClr val="374767"/>
                </a:solidFill>
              </a:rPr>
              <a:t>Présentation d’informations non pertinentes</a:t>
            </a:r>
          </a:p>
          <a:p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12662648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29557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8242B2-6C9C-4BC9-A89E-C1C356D6C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Prochaine Etape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6AFA979-83EB-4B8A-A226-C98C8614F5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7292" y="3845910"/>
            <a:ext cx="6739612" cy="1849212"/>
          </a:xfrm>
        </p:spPr>
        <p:txBody>
          <a:bodyPr>
            <a:normAutofit fontScale="92500" lnSpcReduction="20000"/>
          </a:bodyPr>
          <a:lstStyle/>
          <a:p>
            <a:r>
              <a:rPr lang="fr-FR" dirty="0"/>
              <a:t>=&gt; Soutenances fin octobre 2020</a:t>
            </a:r>
          </a:p>
          <a:p>
            <a:r>
              <a:rPr lang="fr-FR" dirty="0"/>
              <a:t>Pour les contrats pro : 30/10/2020 sur le planning</a:t>
            </a:r>
          </a:p>
          <a:p>
            <a:r>
              <a:rPr lang="fr-FR" dirty="0"/>
              <a:t>Attention : il ne s’agit pas d’une journée formation</a:t>
            </a:r>
          </a:p>
          <a:p>
            <a:endParaRPr lang="fr-FR" dirty="0"/>
          </a:p>
        </p:txBody>
      </p:sp>
      <p:pic>
        <p:nvPicPr>
          <p:cNvPr id="5" name="Espace réservé pour une image  4">
            <a:extLst>
              <a:ext uri="{FF2B5EF4-FFF2-40B4-BE49-F238E27FC236}">
                <a16:creationId xmlns:a16="http://schemas.microsoft.com/office/drawing/2014/main" id="{D09B83D7-8FDA-4846-8845-1BFFA161CCD4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t="7174" b="7174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586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340153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Personnalisé 1">
      <a:dk1>
        <a:srgbClr val="042956"/>
      </a:dk1>
      <a:lt1>
        <a:sysClr val="window" lastClr="FFFFFF"/>
      </a:lt1>
      <a:dk2>
        <a:srgbClr val="374767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991C5E24A39D847B6F05EC2AAC98316" ma:contentTypeVersion="10" ma:contentTypeDescription="Crée un document." ma:contentTypeScope="" ma:versionID="7cdd3ac4860a4be94038b94a315e8f44">
  <xsd:schema xmlns:xsd="http://www.w3.org/2001/XMLSchema" xmlns:xs="http://www.w3.org/2001/XMLSchema" xmlns:p="http://schemas.microsoft.com/office/2006/metadata/properties" xmlns:ns2="ed209daf-4bca-4723-b653-ea4f3dfb4f0d" xmlns:ns3="a84382bb-3e55-4c5f-8923-885369518109" targetNamespace="http://schemas.microsoft.com/office/2006/metadata/properties" ma:root="true" ma:fieldsID="a78b67395bce31dd2a090503f414a6a3" ns2:_="" ns3:_="">
    <xsd:import namespace="ed209daf-4bca-4723-b653-ea4f3dfb4f0d"/>
    <xsd:import namespace="a84382bb-3e55-4c5f-8923-88536951810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209daf-4bca-4723-b653-ea4f3dfb4f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4382bb-3e55-4c5f-8923-885369518109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A63CA86-BDAC-46AE-A8D0-B50CDB3D0F9F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4905C95-C3B8-4F99-9352-FBFB381BD4A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DDA0605-1202-4450-AEF5-F9B35D9FCC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209daf-4bca-4723-b653-ea4f3dfb4f0d"/>
    <ds:schemaRef ds:uri="a84382bb-3e55-4c5f-8923-88536951810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6842</TotalTime>
  <Words>1217</Words>
  <Application>Microsoft Office PowerPoint</Application>
  <PresentationFormat>Grand écran</PresentationFormat>
  <Paragraphs>171</Paragraphs>
  <Slides>41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41</vt:i4>
      </vt:variant>
    </vt:vector>
  </HeadingPairs>
  <TitlesOfParts>
    <vt:vector size="50" baseType="lpstr">
      <vt:lpstr>Microsoft JhengHei UI Light</vt:lpstr>
      <vt:lpstr>Microsoft YaHei UI</vt:lpstr>
      <vt:lpstr>Arial</vt:lpstr>
      <vt:lpstr>Calibri</vt:lpstr>
      <vt:lpstr>Calibri Light</vt:lpstr>
      <vt:lpstr>FontAwesome</vt:lpstr>
      <vt:lpstr>Lucida Console</vt:lpstr>
      <vt:lpstr>Wingdings</vt:lpstr>
      <vt:lpstr>Thème Office</vt:lpstr>
      <vt:lpstr>EXAMENS DE FIN D’ETUDES</vt:lpstr>
      <vt:lpstr>Sommaire</vt:lpstr>
      <vt:lpstr>Pour commencer…</vt:lpstr>
      <vt:lpstr>Les OBJECTIFS de la SOUTENANCE</vt:lpstr>
      <vt:lpstr>Les OBJECTIFS de la SOUTENANCE</vt:lpstr>
      <vt:lpstr>Les OBJECTIFS de la SOUTENANCE</vt:lpstr>
      <vt:lpstr>Présentation PowerPoint</vt:lpstr>
      <vt:lpstr>Le DEROULEMENT de la SOUTENANCE</vt:lpstr>
      <vt:lpstr>Le DEROULEMENT de la SOUTENANCE</vt:lpstr>
      <vt:lpstr>Le SUPPORT de la SOUTENANCE</vt:lpstr>
      <vt:lpstr>Le SUPPORT de PRESENTATION</vt:lpstr>
      <vt:lpstr>Le SUPPORT de PRESENTATION</vt:lpstr>
      <vt:lpstr>Présentation PowerPoint</vt:lpstr>
      <vt:lpstr>Les Conseils pour REUSSIR</vt:lpstr>
      <vt:lpstr>Les CONSEILS pour REUSSIR Vos Activités </vt:lpstr>
      <vt:lpstr>Les CONSEILS pour REUSSIR Vos Activités </vt:lpstr>
      <vt:lpstr>Les CONSEILS pour REUSSIR Votre présentation orale</vt:lpstr>
      <vt:lpstr>Les CONSEILS pour REUSSIR Une attitude professionnelle</vt:lpstr>
      <vt:lpstr>Les CONSEILS pour REUSSIR Une attitude professionnelle</vt:lpstr>
      <vt:lpstr>Présentation PowerPoint</vt:lpstr>
      <vt:lpstr>La PREPARATION de la SOUTENANCE</vt:lpstr>
      <vt:lpstr>La PREPARATION de la SOUTENANCE Se vendre</vt:lpstr>
      <vt:lpstr>La PREPARATION de la SOUTENANCE Etablir un bilan de son parcours</vt:lpstr>
      <vt:lpstr>Présentation PowerPoint</vt:lpstr>
      <vt:lpstr>Les PIEGES à éviter</vt:lpstr>
      <vt:lpstr>Les PIEGES à éviter</vt:lpstr>
      <vt:lpstr>Les PIEGES à éviter</vt:lpstr>
      <vt:lpstr>Présentation PowerPoint</vt:lpstr>
      <vt:lpstr>L’EVALUATION / La VALIDATION</vt:lpstr>
      <vt:lpstr>L’EVALUATION / La VALIDATION Rappel : Modalités d’inscription à la session</vt:lpstr>
      <vt:lpstr>L’EVALUATION / La VALIDATION Les Modalités de remise du mémoire</vt:lpstr>
      <vt:lpstr>L’EVALUATION / La VALIDATION Les évolutions depuis Fall 2018</vt:lpstr>
      <vt:lpstr>Présentation PowerPoint</vt:lpstr>
      <vt:lpstr>L’EVALUATION / La VALIDATION Les critères d’évaluation</vt:lpstr>
      <vt:lpstr>L’EVALUATION / La VALIDATION Les critères d’évaluation</vt:lpstr>
      <vt:lpstr>L’EVALUATION / La VALIDATION Les critères d’évaluation</vt:lpstr>
      <vt:lpstr>L’EVALUATION / La VALIDATION Les critères d’évaluation</vt:lpstr>
      <vt:lpstr>L’EVALUATION / La VALIDATION Exemples de soutenances non validées</vt:lpstr>
      <vt:lpstr>Présentation PowerPoint</vt:lpstr>
      <vt:lpstr>Prochaine Etape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LAPORTE-DAHERON Judicaël</dc:creator>
  <cp:lastModifiedBy>JOANNIC Séverine</cp:lastModifiedBy>
  <cp:revision>323</cp:revision>
  <dcterms:created xsi:type="dcterms:W3CDTF">2018-02-09T13:52:16Z</dcterms:created>
  <dcterms:modified xsi:type="dcterms:W3CDTF">2020-06-10T11:57:13Z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0x0101001991C5E24A39D847B6F05EC2AAC98316</vt:lpwstr>
  </property>
</Properties>
</file>